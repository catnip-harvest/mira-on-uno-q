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0.svg" ContentType="image/svg+xml"/>
  <Override PartName="/ppt/media/image11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C56FDE-B9F0-4FAE-8565-E4C15444EB83}" type="doc">
      <dgm:prSet loTypeId="urn:microsoft.com/office/officeart/2005/8/layout/hList1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22373FC-88E0-4BDA-AB22-B14D4E1843D7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No Cloud Needed</a:t>
          </a:r>
        </a:p>
      </dgm:t>
    </dgm:pt>
    <dgm:pt modelId="{459A0826-E01E-4720-9C59-EACDC5336767}" type="sibTrans" cxnId="{071E2D1E-0470-4281-88D2-24674EB9EAEE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B37206D5-7C5C-4A17-86B7-9B6DFA0A5B4D}" type="parTrans" cxnId="{071E2D1E-0470-4281-88D2-24674EB9EAEE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58F57D1-E34D-4350-8D56-DB493EE102FF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Private by Design</a:t>
          </a:r>
        </a:p>
      </dgm:t>
    </dgm:pt>
    <dgm:pt modelId="{01A2A8BD-BBD9-474A-8DA0-030AA71B0230}" type="parTrans" cxnId="{DCF7D04C-A9C6-4D04-B3E3-C801E2964433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B8BB4CCD-0A15-4DF3-A575-B227E77ECA1C}" type="sibTrans" cxnId="{DCF7D04C-A9C6-4D04-B3E3-C801E2964433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35DB14E1-0122-4441-A16F-F49AF8581C94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Protocols</a:t>
          </a:r>
        </a:p>
      </dgm:t>
    </dgm:pt>
    <dgm:pt modelId="{E1415C3A-BE04-4F71-831F-85BF5DAE10E9}" type="parTrans" cxnId="{C1734D4A-BF99-4DAE-8409-D5E0A756BAB5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D20CAE9-7908-40F9-A3AF-5E5C95A88EBA}" type="sibTrans" cxnId="{C1734D4A-BF99-4DAE-8409-D5E0A756BAB5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335B0F4-AA76-433B-A171-5087292CE690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Internet: none — local Wi-Fi only (HTTP/WS phone→board, UDP heartbeat, UART→MCU)</a:t>
          </a:r>
        </a:p>
      </dgm:t>
    </dgm:pt>
    <dgm:pt modelId="{6634E705-A2D5-4336-BEEF-85DADC0594CA}" type="parTrans" cxnId="{621E86A8-38DE-4859-A4FD-EE6AA0D95774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930B94BC-DCF6-43FE-AC11-963908697DDD}" type="sibTrans" cxnId="{621E86A8-38DE-4859-A4FD-EE6AA0D95774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4D748016-9D50-4648-BFB1-BD2BFB19C58B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All compute on-device</a:t>
          </a:r>
        </a:p>
      </dgm:t>
    </dgm:pt>
    <dgm:pt modelId="{A149CA1B-2DD8-4A3F-A5E4-F7B0660A2C50}" type="parTrans" cxnId="{B4797335-9143-405D-AB43-E0990313329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A491B257-9E3B-480E-8095-ED9DB47BB375}" type="sibTrans" cxnId="{B4797335-9143-405D-AB43-E0990313329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F98809F6-FBF7-4923-9E3A-D27E3A3E1EAE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Zero-connectivity demo</a:t>
          </a:r>
        </a:p>
      </dgm:t>
    </dgm:pt>
    <dgm:pt modelId="{58163B53-77F8-4106-A191-19BB68F0DBDC}" type="parTrans" cxnId="{8B8AA455-8564-4C5B-85C1-4C2881C6C387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3B5448A0-0CC4-41C1-B1FC-079E410213A9}" type="sibTrans" cxnId="{8B8AA455-8564-4C5B-85C1-4C2881C6C387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19B1BF82-0EDF-40B6-919A-C268026250D5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No video leaves the device</a:t>
          </a:r>
        </a:p>
      </dgm:t>
    </dgm:pt>
    <dgm:pt modelId="{98BFE155-CE51-40F6-80FF-631FDED3E9BC}" type="parTrans" cxnId="{C7ECA25F-F9CC-40BC-9C3C-AAFDC4B459F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04BCD674-2713-486C-9895-78DA4685AF93}" type="sibTrans" cxnId="{C7ECA25F-F9CC-40BC-9C3C-AAFDC4B459FD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F5F7D3CB-7C24-4388-B0E3-0556B2BE7109}">
      <dgm:prSet phldrT="[Text]"/>
      <dgm:spPr/>
      <dgm:t>
        <a:bodyPr/>
        <a:lstStyle/>
        <a:p>
          <a:r>
            <a:rPr lang="en-US">
              <a:latin typeface="+mn-lt"/>
              <a:ea typeface="Cambria" panose="02040503050406030204" pitchFamily="18" charset="0"/>
            </a:rPr>
            <a:t>Phone joins the board’s Wi-Fi</a:t>
          </a:r>
        </a:p>
      </dgm:t>
    </dgm:pt>
    <dgm:pt modelId="{B911AC6A-FD34-40D7-A6FE-732B3A71C78D}" type="parTrans" cxnId="{CCE67B5A-A439-4F2C-A27C-337212360DA6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F2752A25-50C7-46D5-A4E1-AD544F350B5A}" type="sibTrans" cxnId="{CCE67B5A-A439-4F2C-A27C-337212360DA6}">
      <dgm:prSet/>
      <dgm:spPr/>
      <dgm:t>
        <a:bodyPr/>
        <a:lstStyle/>
        <a:p>
          <a:endParaRPr lang="en-US">
            <a:latin typeface="+mn-lt"/>
            <a:ea typeface="Cambria" panose="02040503050406030204" pitchFamily="18" charset="0"/>
          </a:endParaRPr>
        </a:p>
      </dgm:t>
    </dgm:pt>
    <dgm:pt modelId="{5ED19BC8-3DDF-4729-9A42-6A9E19D6A36C}" type="pres">
      <dgm:prSet presAssocID="{ADC56FDE-B9F0-4FAE-8565-E4C15444EB83}" presName="Name0" presStyleCnt="0">
        <dgm:presLayoutVars>
          <dgm:dir/>
          <dgm:animLvl val="lvl"/>
          <dgm:resizeHandles val="exact"/>
        </dgm:presLayoutVars>
      </dgm:prSet>
      <dgm:spPr/>
    </dgm:pt>
    <dgm:pt modelId="{6021E77D-A207-4B4B-A00C-DD846BE12F5D}" type="pres">
      <dgm:prSet presAssocID="{E22373FC-88E0-4BDA-AB22-B14D4E1843D7}" presName="composite" presStyleCnt="0"/>
      <dgm:spPr/>
    </dgm:pt>
    <dgm:pt modelId="{7523DFEA-E467-4047-BF25-606DD339DC39}" type="pres">
      <dgm:prSet presAssocID="{E22373FC-88E0-4BDA-AB22-B14D4E1843D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9D2D254-0C7B-4B75-82B4-B2B5BD174EC4}" type="pres">
      <dgm:prSet presAssocID="{E22373FC-88E0-4BDA-AB22-B14D4E1843D7}" presName="desTx" presStyleLbl="alignAccFollowNode1" presStyleIdx="0" presStyleCnt="3">
        <dgm:presLayoutVars>
          <dgm:bulletEnabled val="1"/>
        </dgm:presLayoutVars>
      </dgm:prSet>
      <dgm:spPr/>
    </dgm:pt>
    <dgm:pt modelId="{98E7632E-FC43-4E22-9154-527552561E36}" type="pres">
      <dgm:prSet presAssocID="{459A0826-E01E-4720-9C59-EACDC5336767}" presName="space" presStyleCnt="0"/>
      <dgm:spPr/>
    </dgm:pt>
    <dgm:pt modelId="{3E5030F7-5C93-4F11-885E-16019F63833F}" type="pres">
      <dgm:prSet presAssocID="{458F57D1-E34D-4350-8D56-DB493EE102FF}" presName="composite" presStyleCnt="0"/>
      <dgm:spPr/>
    </dgm:pt>
    <dgm:pt modelId="{EE1A42B6-E2D7-4309-84AB-DF20AE881E85}" type="pres">
      <dgm:prSet presAssocID="{458F57D1-E34D-4350-8D56-DB493EE102F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5B857A0-1411-47E6-9E87-46E328762F48}" type="pres">
      <dgm:prSet presAssocID="{458F57D1-E34D-4350-8D56-DB493EE102FF}" presName="desTx" presStyleLbl="alignAccFollowNode1" presStyleIdx="1" presStyleCnt="3">
        <dgm:presLayoutVars>
          <dgm:bulletEnabled val="1"/>
        </dgm:presLayoutVars>
      </dgm:prSet>
      <dgm:spPr/>
    </dgm:pt>
    <dgm:pt modelId="{2CEFE904-3840-441E-B60C-A7A0709B710A}" type="pres">
      <dgm:prSet presAssocID="{B8BB4CCD-0A15-4DF3-A575-B227E77ECA1C}" presName="space" presStyleCnt="0"/>
      <dgm:spPr/>
    </dgm:pt>
    <dgm:pt modelId="{D763550C-616E-453D-88E5-760A41F434D5}" type="pres">
      <dgm:prSet presAssocID="{35DB14E1-0122-4441-A16F-F49AF8581C94}" presName="composite" presStyleCnt="0"/>
      <dgm:spPr/>
    </dgm:pt>
    <dgm:pt modelId="{44F24C59-F078-4C3C-A8FE-6B94E91B0BB1}" type="pres">
      <dgm:prSet presAssocID="{35DB14E1-0122-4441-A16F-F49AF8581C9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E9534CE-AEA4-4837-BD34-B5A4C589CFD0}" type="pres">
      <dgm:prSet presAssocID="{35DB14E1-0122-4441-A16F-F49AF8581C9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9460019-5CE8-43C1-99FE-3C2F99D3D3C5}" type="presOf" srcId="{458F57D1-E34D-4350-8D56-DB493EE102FF}" destId="{EE1A42B6-E2D7-4309-84AB-DF20AE881E85}" srcOrd="0" destOrd="0" presId="urn:microsoft.com/office/officeart/2005/8/layout/hList1"/>
    <dgm:cxn modelId="{071E2D1E-0470-4281-88D2-24674EB9EAEE}" srcId="{ADC56FDE-B9F0-4FAE-8565-E4C15444EB83}" destId="{E22373FC-88E0-4BDA-AB22-B14D4E1843D7}" srcOrd="0" destOrd="0" parTransId="{B37206D5-7C5C-4A17-86B7-9B6DFA0A5B4D}" sibTransId="{459A0826-E01E-4720-9C59-EACDC5336767}"/>
    <dgm:cxn modelId="{7F854021-77B6-4E14-BA52-7B16E3D880A4}" type="presOf" srcId="{19B1BF82-0EDF-40B6-919A-C268026250D5}" destId="{E9D2D254-0C7B-4B75-82B4-B2B5BD174EC4}" srcOrd="0" destOrd="0" presId="urn:microsoft.com/office/officeart/2005/8/layout/hList1"/>
    <dgm:cxn modelId="{DA96672A-49E7-41E1-A172-D6D9AAA6916C}" type="presOf" srcId="{E22373FC-88E0-4BDA-AB22-B14D4E1843D7}" destId="{7523DFEA-E467-4047-BF25-606DD339DC39}" srcOrd="0" destOrd="0" presId="urn:microsoft.com/office/officeart/2005/8/layout/hList1"/>
    <dgm:cxn modelId="{938C332B-E758-4ACD-82A8-15A859E7C01F}" type="presOf" srcId="{F5F7D3CB-7C24-4388-B0E3-0556B2BE7109}" destId="{E9D2D254-0C7B-4B75-82B4-B2B5BD174EC4}" srcOrd="0" destOrd="1" presId="urn:microsoft.com/office/officeart/2005/8/layout/hList1"/>
    <dgm:cxn modelId="{B4797335-9143-405D-AB43-E0990313329D}" srcId="{458F57D1-E34D-4350-8D56-DB493EE102FF}" destId="{4D748016-9D50-4648-BFB1-BD2BFB19C58B}" srcOrd="0" destOrd="0" parTransId="{A149CA1B-2DD8-4A3F-A5E4-F7B0660A2C50}" sibTransId="{A491B257-9E3B-480E-8095-ED9DB47BB375}"/>
    <dgm:cxn modelId="{C7ECA25F-F9CC-40BC-9C3C-AAFDC4B459FD}" srcId="{E22373FC-88E0-4BDA-AB22-B14D4E1843D7}" destId="{19B1BF82-0EDF-40B6-919A-C268026250D5}" srcOrd="0" destOrd="0" parTransId="{98BFE155-CE51-40F6-80FF-631FDED3E9BC}" sibTransId="{04BCD674-2713-486C-9895-78DA4685AF93}"/>
    <dgm:cxn modelId="{90978568-82AF-4910-877D-9FA8FA53A045}" type="presOf" srcId="{ADC56FDE-B9F0-4FAE-8565-E4C15444EB83}" destId="{5ED19BC8-3DDF-4729-9A42-6A9E19D6A36C}" srcOrd="0" destOrd="0" presId="urn:microsoft.com/office/officeart/2005/8/layout/hList1"/>
    <dgm:cxn modelId="{C1734D4A-BF99-4DAE-8409-D5E0A756BAB5}" srcId="{ADC56FDE-B9F0-4FAE-8565-E4C15444EB83}" destId="{35DB14E1-0122-4441-A16F-F49AF8581C94}" srcOrd="2" destOrd="0" parTransId="{E1415C3A-BE04-4F71-831F-85BF5DAE10E9}" sibTransId="{4D20CAE9-7908-40F9-A3AF-5E5C95A88EBA}"/>
    <dgm:cxn modelId="{DCF7D04C-A9C6-4D04-B3E3-C801E2964433}" srcId="{ADC56FDE-B9F0-4FAE-8565-E4C15444EB83}" destId="{458F57D1-E34D-4350-8D56-DB493EE102FF}" srcOrd="1" destOrd="0" parTransId="{01A2A8BD-BBD9-474A-8DA0-030AA71B0230}" sibTransId="{B8BB4CCD-0A15-4DF3-A575-B227E77ECA1C}"/>
    <dgm:cxn modelId="{08378A55-0B47-4936-A980-D1C60B0AC247}" type="presOf" srcId="{F98809F6-FBF7-4923-9E3A-D27E3A3E1EAE}" destId="{45B857A0-1411-47E6-9E87-46E328762F48}" srcOrd="0" destOrd="1" presId="urn:microsoft.com/office/officeart/2005/8/layout/hList1"/>
    <dgm:cxn modelId="{8B8AA455-8564-4C5B-85C1-4C2881C6C387}" srcId="{458F57D1-E34D-4350-8D56-DB493EE102FF}" destId="{F98809F6-FBF7-4923-9E3A-D27E3A3E1EAE}" srcOrd="1" destOrd="0" parTransId="{58163B53-77F8-4106-A191-19BB68F0DBDC}" sibTransId="{3B5448A0-0CC4-41C1-B1FC-079E410213A9}"/>
    <dgm:cxn modelId="{CCE67B5A-A439-4F2C-A27C-337212360DA6}" srcId="{E22373FC-88E0-4BDA-AB22-B14D4E1843D7}" destId="{F5F7D3CB-7C24-4388-B0E3-0556B2BE7109}" srcOrd="1" destOrd="0" parTransId="{B911AC6A-FD34-40D7-A6FE-732B3A71C78D}" sibTransId="{F2752A25-50C7-46D5-A4E1-AD544F350B5A}"/>
    <dgm:cxn modelId="{2B88F096-1C21-4B52-8A7E-06A25685DD6E}" type="presOf" srcId="{4D748016-9D50-4648-BFB1-BD2BFB19C58B}" destId="{45B857A0-1411-47E6-9E87-46E328762F48}" srcOrd="0" destOrd="0" presId="urn:microsoft.com/office/officeart/2005/8/layout/hList1"/>
    <dgm:cxn modelId="{916A879B-18D8-492A-A08D-74FC217E660D}" type="presOf" srcId="{4335B0F4-AA76-433B-A171-5087292CE690}" destId="{2E9534CE-AEA4-4837-BD34-B5A4C589CFD0}" srcOrd="0" destOrd="0" presId="urn:microsoft.com/office/officeart/2005/8/layout/hList1"/>
    <dgm:cxn modelId="{FEA806A5-4685-42E9-94F3-1B7078AA9313}" type="presOf" srcId="{35DB14E1-0122-4441-A16F-F49AF8581C94}" destId="{44F24C59-F078-4C3C-A8FE-6B94E91B0BB1}" srcOrd="0" destOrd="0" presId="urn:microsoft.com/office/officeart/2005/8/layout/hList1"/>
    <dgm:cxn modelId="{621E86A8-38DE-4859-A4FD-EE6AA0D95774}" srcId="{35DB14E1-0122-4441-A16F-F49AF8581C94}" destId="{4335B0F4-AA76-433B-A171-5087292CE690}" srcOrd="0" destOrd="0" parTransId="{6634E705-A2D5-4336-BEEF-85DADC0594CA}" sibTransId="{930B94BC-DCF6-43FE-AC11-963908697DDD}"/>
    <dgm:cxn modelId="{EA48967C-FD97-4544-86CC-0CD6E725FC5F}" type="presParOf" srcId="{5ED19BC8-3DDF-4729-9A42-6A9E19D6A36C}" destId="{6021E77D-A207-4B4B-A00C-DD846BE12F5D}" srcOrd="0" destOrd="0" presId="urn:microsoft.com/office/officeart/2005/8/layout/hList1"/>
    <dgm:cxn modelId="{48A402FA-ADFC-4B4A-B5CB-8394B996533B}" type="presParOf" srcId="{6021E77D-A207-4B4B-A00C-DD846BE12F5D}" destId="{7523DFEA-E467-4047-BF25-606DD339DC39}" srcOrd="0" destOrd="0" presId="urn:microsoft.com/office/officeart/2005/8/layout/hList1"/>
    <dgm:cxn modelId="{BD489124-AB25-4D6A-95C9-A6E3FA98CDD9}" type="presParOf" srcId="{6021E77D-A207-4B4B-A00C-DD846BE12F5D}" destId="{E9D2D254-0C7B-4B75-82B4-B2B5BD174EC4}" srcOrd="1" destOrd="0" presId="urn:microsoft.com/office/officeart/2005/8/layout/hList1"/>
    <dgm:cxn modelId="{D2372C74-352F-489A-91B4-41BE15C8037E}" type="presParOf" srcId="{5ED19BC8-3DDF-4729-9A42-6A9E19D6A36C}" destId="{98E7632E-FC43-4E22-9154-527552561E36}" srcOrd="1" destOrd="0" presId="urn:microsoft.com/office/officeart/2005/8/layout/hList1"/>
    <dgm:cxn modelId="{0A840B00-A84D-4F6D-90AD-9D8BA078FFA8}" type="presParOf" srcId="{5ED19BC8-3DDF-4729-9A42-6A9E19D6A36C}" destId="{3E5030F7-5C93-4F11-885E-16019F63833F}" srcOrd="2" destOrd="0" presId="urn:microsoft.com/office/officeart/2005/8/layout/hList1"/>
    <dgm:cxn modelId="{A701296C-60CF-4953-84BE-D223CF711C4F}" type="presParOf" srcId="{3E5030F7-5C93-4F11-885E-16019F63833F}" destId="{EE1A42B6-E2D7-4309-84AB-DF20AE881E85}" srcOrd="0" destOrd="0" presId="urn:microsoft.com/office/officeart/2005/8/layout/hList1"/>
    <dgm:cxn modelId="{A938C315-5D43-45FE-94EF-3CF52FDB6373}" type="presParOf" srcId="{3E5030F7-5C93-4F11-885E-16019F63833F}" destId="{45B857A0-1411-47E6-9E87-46E328762F48}" srcOrd="1" destOrd="0" presId="urn:microsoft.com/office/officeart/2005/8/layout/hList1"/>
    <dgm:cxn modelId="{5C5DFC6A-21E0-457D-9FE8-4FEEF001F02E}" type="presParOf" srcId="{5ED19BC8-3DDF-4729-9A42-6A9E19D6A36C}" destId="{2CEFE904-3840-441E-B60C-A7A0709B710A}" srcOrd="3" destOrd="0" presId="urn:microsoft.com/office/officeart/2005/8/layout/hList1"/>
    <dgm:cxn modelId="{E468D4A7-7A02-4F88-BD84-59A2F1B252C2}" type="presParOf" srcId="{5ED19BC8-3DDF-4729-9A42-6A9E19D6A36C}" destId="{D763550C-616E-453D-88E5-760A41F434D5}" srcOrd="4" destOrd="0" presId="urn:microsoft.com/office/officeart/2005/8/layout/hList1"/>
    <dgm:cxn modelId="{160F467D-4723-449F-B869-B95577CCFA54}" type="presParOf" srcId="{D763550C-616E-453D-88E5-760A41F434D5}" destId="{44F24C59-F078-4C3C-A8FE-6B94E91B0BB1}" srcOrd="0" destOrd="0" presId="urn:microsoft.com/office/officeart/2005/8/layout/hList1"/>
    <dgm:cxn modelId="{49C6B6FE-2E65-4424-A83D-B8945EE13854}" type="presParOf" srcId="{D763550C-616E-453D-88E5-760A41F434D5}" destId="{2E9534CE-AEA4-4837-BD34-B5A4C589CF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91D3C9-5888-4B5D-8D8A-D85DBBE049A6}" type="doc">
      <dgm:prSet loTypeId="urn:microsoft.com/office/officeart/2005/8/layout/default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EB1F701-1978-48A6-9D68-4987ED11FB41}">
      <dgm:prSet phldrT="[Text]"/>
      <dgm:spPr/>
      <dgm:t>
        <a:bodyPr/>
        <a:lstStyle/>
        <a:p>
          <a:r>
            <a:rPr lang="en-US"/>
            <a:t>Mira App (MPU · Debian)</a:t>
          </a:r>
        </a:p>
      </dgm:t>
    </dgm:pt>
    <dgm:pt modelId="{1EED12BA-CF7D-418E-8151-08C92B68E637}" type="parTrans" cxnId="{6B371490-C263-46B3-9CDA-1ADECEA01C9B}">
      <dgm:prSet/>
      <dgm:spPr/>
      <dgm:t>
        <a:bodyPr/>
        <a:lstStyle/>
        <a:p>
          <a:endParaRPr lang="en-US"/>
        </a:p>
      </dgm:t>
    </dgm:pt>
    <dgm:pt modelId="{86BFA212-4E55-4F9B-95DB-377371791950}" type="sibTrans" cxnId="{6B371490-C263-46B3-9CDA-1ADECEA01C9B}">
      <dgm:prSet/>
      <dgm:spPr/>
      <dgm:t>
        <a:bodyPr/>
        <a:lstStyle/>
        <a:p>
          <a:endParaRPr lang="en-US"/>
        </a:p>
      </dgm:t>
    </dgm:pt>
    <dgm:pt modelId="{C691237D-56AE-4949-83EF-01824DF3CA58}">
      <dgm:prSet phldrT="[Text]"/>
      <dgm:spPr/>
      <dgm:t>
        <a:bodyPr/>
        <a:lstStyle/>
        <a:p>
          <a:r>
            <a:rPr lang="en-US"/>
            <a:t>Camera capture</a:t>
          </a:r>
        </a:p>
      </dgm:t>
    </dgm:pt>
    <dgm:pt modelId="{99AC2F66-2455-4994-9BE0-6B7E26CEB2B8}" type="parTrans" cxnId="{705E2F3D-3F72-4B23-A5AA-0D599FE9EC73}">
      <dgm:prSet/>
      <dgm:spPr/>
      <dgm:t>
        <a:bodyPr/>
        <a:lstStyle/>
        <a:p>
          <a:endParaRPr lang="en-US"/>
        </a:p>
      </dgm:t>
    </dgm:pt>
    <dgm:pt modelId="{6EBEA140-E608-455C-8368-3416BD9A8AAE}" type="sibTrans" cxnId="{705E2F3D-3F72-4B23-A5AA-0D599FE9EC73}">
      <dgm:prSet/>
      <dgm:spPr/>
      <dgm:t>
        <a:bodyPr/>
        <a:lstStyle/>
        <a:p>
          <a:endParaRPr lang="en-US"/>
        </a:p>
      </dgm:t>
    </dgm:pt>
    <dgm:pt modelId="{63ADB018-54F4-4ADC-B524-AEC5DD1BD573}">
      <dgm:prSet phldrT="[Text]"/>
      <dgm:spPr/>
      <dgm:t>
        <a:bodyPr/>
        <a:lstStyle/>
        <a:p>
          <a:r>
            <a:rPr lang="en-US"/>
            <a:t>Comm (MPU)</a:t>
          </a:r>
        </a:p>
      </dgm:t>
    </dgm:pt>
    <dgm:pt modelId="{C6C650D7-9114-49DC-B956-CDB8BD742ED6}" type="parTrans" cxnId="{FF1A37BB-064A-47D7-9361-233673508CD2}">
      <dgm:prSet/>
      <dgm:spPr/>
      <dgm:t>
        <a:bodyPr/>
        <a:lstStyle/>
        <a:p>
          <a:endParaRPr lang="en-US"/>
        </a:p>
      </dgm:t>
    </dgm:pt>
    <dgm:pt modelId="{37381156-68DA-4B4F-9DB3-EB9DD3ECD674}" type="sibTrans" cxnId="{FF1A37BB-064A-47D7-9361-233673508CD2}">
      <dgm:prSet/>
      <dgm:spPr/>
      <dgm:t>
        <a:bodyPr/>
        <a:lstStyle/>
        <a:p>
          <a:endParaRPr lang="en-US"/>
        </a:p>
      </dgm:t>
    </dgm:pt>
    <dgm:pt modelId="{B7B0F15D-05D0-4AF1-8C1D-48276893CDAB}">
      <dgm:prSet phldrT="[Text]"/>
      <dgm:spPr/>
      <dgm:t>
        <a:bodyPr/>
        <a:lstStyle/>
        <a:p>
          <a:r>
            <a:rPr lang="en-US"/>
            <a:t>Wi-Fi: phone XR UI (WebXR)</a:t>
          </a:r>
        </a:p>
      </dgm:t>
    </dgm:pt>
    <dgm:pt modelId="{03D526DD-9E8A-483B-A529-DE8AD07ED3C7}" type="parTrans" cxnId="{A2D14B5E-3DDA-4C2B-AFC1-476D605FD383}">
      <dgm:prSet/>
      <dgm:spPr/>
      <dgm:t>
        <a:bodyPr/>
        <a:lstStyle/>
        <a:p>
          <a:endParaRPr lang="en-US"/>
        </a:p>
      </dgm:t>
    </dgm:pt>
    <dgm:pt modelId="{D2694140-D48D-4DB0-8E57-9463E9462666}" type="sibTrans" cxnId="{A2D14B5E-3DDA-4C2B-AFC1-476D605FD383}">
      <dgm:prSet/>
      <dgm:spPr/>
      <dgm:t>
        <a:bodyPr/>
        <a:lstStyle/>
        <a:p>
          <a:endParaRPr lang="en-US"/>
        </a:p>
      </dgm:t>
    </dgm:pt>
    <dgm:pt modelId="{A79D5C63-17EA-491D-AA56-FD59D40C813A}">
      <dgm:prSet/>
      <dgm:spPr/>
      <dgm:t>
        <a:bodyPr/>
        <a:lstStyle/>
        <a:p>
          <a:r>
            <a:rPr lang="en-US"/>
            <a:t>USB serial 1 Mbaud → SO-101</a:t>
          </a:r>
        </a:p>
      </dgm:t>
    </dgm:pt>
    <dgm:pt modelId="{8809A7B5-9B05-4C42-9A04-0580189C87A3}" type="parTrans" cxnId="{E61404E6-9422-41A1-882A-6190AEF4EAD0}">
      <dgm:prSet/>
      <dgm:spPr/>
      <dgm:t>
        <a:bodyPr/>
        <a:lstStyle/>
        <a:p>
          <a:endParaRPr lang="en-US"/>
        </a:p>
      </dgm:t>
    </dgm:pt>
    <dgm:pt modelId="{23D73D14-7227-4D6B-AC96-5781FAD808C4}" type="sibTrans" cxnId="{E61404E6-9422-41A1-882A-6190AEF4EAD0}">
      <dgm:prSet/>
      <dgm:spPr/>
      <dgm:t>
        <a:bodyPr/>
        <a:lstStyle/>
        <a:p>
          <a:endParaRPr lang="en-US"/>
        </a:p>
      </dgm:t>
    </dgm:pt>
    <dgm:pt modelId="{7E0A5725-2A03-4E1B-B2ED-E53D934F798F}">
      <dgm:prSet/>
      <dgm:spPr/>
      <dgm:t>
        <a:bodyPr/>
        <a:lstStyle/>
        <a:p>
          <a:r>
            <a:rPr lang="en-US"/>
            <a:t>UART → MCU heartbeat bridge</a:t>
          </a:r>
        </a:p>
      </dgm:t>
    </dgm:pt>
    <dgm:pt modelId="{209BFEEF-4BCD-4BE7-A723-A491C8F92DE8}" type="parTrans" cxnId="{00975FA0-011E-422D-AED7-86F1D6C697E9}">
      <dgm:prSet/>
      <dgm:spPr/>
      <dgm:t>
        <a:bodyPr/>
        <a:lstStyle/>
        <a:p>
          <a:endParaRPr lang="en-US"/>
        </a:p>
      </dgm:t>
    </dgm:pt>
    <dgm:pt modelId="{B6B66A38-F67E-499C-B584-8412218B7D4D}" type="sibTrans" cxnId="{00975FA0-011E-422D-AED7-86F1D6C697E9}">
      <dgm:prSet/>
      <dgm:spPr/>
      <dgm:t>
        <a:bodyPr/>
        <a:lstStyle/>
        <a:p>
          <a:endParaRPr lang="en-US"/>
        </a:p>
      </dgm:t>
    </dgm:pt>
    <dgm:pt modelId="{3F5B2326-8B9A-4886-8237-CEC6C1F911B9}">
      <dgm:prSet/>
      <dgm:spPr/>
      <dgm:t>
        <a:bodyPr/>
        <a:lstStyle/>
        <a:p>
          <a:r>
            <a:rPr lang="en-US"/>
            <a:t>100 Hz servo control loop</a:t>
          </a:r>
        </a:p>
      </dgm:t>
    </dgm:pt>
    <dgm:pt modelId="{27551224-C33E-4AC9-8D5E-2A2AB6DC2BC9}" type="parTrans" cxnId="{D7B5E5F0-B584-4C65-9009-7A7B0BE559CA}">
      <dgm:prSet/>
      <dgm:spPr/>
      <dgm:t>
        <a:bodyPr/>
        <a:lstStyle/>
        <a:p>
          <a:endParaRPr lang="en-US"/>
        </a:p>
      </dgm:t>
    </dgm:pt>
    <dgm:pt modelId="{7D75C936-7C2E-4CAF-8BA9-C880A9B64837}" type="sibTrans" cxnId="{D7B5E5F0-B584-4C65-9009-7A7B0BE559CA}">
      <dgm:prSet/>
      <dgm:spPr/>
      <dgm:t>
        <a:bodyPr/>
        <a:lstStyle/>
        <a:p>
          <a:endParaRPr lang="en-US"/>
        </a:p>
      </dgm:t>
    </dgm:pt>
    <dgm:pt modelId="{E991D940-D63C-431E-9612-C5F9FCD09C1F}">
      <dgm:prSet/>
      <dgm:spPr/>
      <dgm:t>
        <a:bodyPr/>
        <a:lstStyle/>
        <a:p>
          <a:r>
            <a:rPr lang="en-US"/>
            <a:t>Replay · 3D recon (planned)</a:t>
          </a:r>
        </a:p>
      </dgm:t>
    </dgm:pt>
    <dgm:pt modelId="{8BB7AF3F-45F8-4DE5-8BFD-B5A0B52E90F5}" type="parTrans" cxnId="{6EFF5D84-1309-4947-87FD-22D6FC463786}">
      <dgm:prSet/>
      <dgm:spPr/>
      <dgm:t>
        <a:bodyPr/>
        <a:lstStyle/>
        <a:p>
          <a:endParaRPr lang="en-US"/>
        </a:p>
      </dgm:t>
    </dgm:pt>
    <dgm:pt modelId="{B34025F4-9D29-4BB3-A2E7-9B54031FECEF}" type="sibTrans" cxnId="{6EFF5D84-1309-4947-87FD-22D6FC463786}">
      <dgm:prSet/>
      <dgm:spPr/>
      <dgm:t>
        <a:bodyPr/>
        <a:lstStyle/>
        <a:p>
          <a:endParaRPr lang="en-US"/>
        </a:p>
      </dgm:t>
    </dgm:pt>
    <dgm:pt modelId="{0D62860C-13C8-4399-893C-D01BD4D026CA}">
      <dgm:prSet phldrT="[Text]"/>
      <dgm:spPr/>
      <dgm:t>
        <a:bodyPr/>
        <a:lstStyle/>
        <a:p>
          <a:r>
            <a:rPr lang="en-US"/>
            <a:t>Interlock (MCU · STM32)</a:t>
          </a:r>
        </a:p>
      </dgm:t>
    </dgm:pt>
    <dgm:pt modelId="{D73F888E-3530-4F03-85A5-C932F0BFE7FE}" type="parTrans" cxnId="{550EFF1E-5FC6-489D-B339-DBC8D714A4C4}">
      <dgm:prSet/>
      <dgm:spPr/>
      <dgm:t>
        <a:bodyPr/>
        <a:lstStyle/>
        <a:p>
          <a:endParaRPr lang="en-US"/>
        </a:p>
      </dgm:t>
    </dgm:pt>
    <dgm:pt modelId="{F6A5183D-A846-4FEC-A36C-6EBDE8AF721C}" type="sibTrans" cxnId="{550EFF1E-5FC6-489D-B339-DBC8D714A4C4}">
      <dgm:prSet/>
      <dgm:spPr/>
      <dgm:t>
        <a:bodyPr/>
        <a:lstStyle/>
        <a:p>
          <a:endParaRPr lang="en-US"/>
        </a:p>
      </dgm:t>
    </dgm:pt>
    <dgm:pt modelId="{A6422116-3E2C-4C0E-8718-AB3D14B7847A}">
      <dgm:prSet phldrT="[Text]"/>
      <dgm:spPr/>
      <dgm:t>
        <a:bodyPr/>
        <a:lstStyle/>
        <a:p>
          <a:r>
            <a:rPr lang="en-US"/>
            <a:t>Gates the 12 V servo relay</a:t>
          </a:r>
        </a:p>
      </dgm:t>
    </dgm:pt>
    <dgm:pt modelId="{8199EFD4-281C-449B-AE1C-73E1E651D69B}" type="parTrans" cxnId="{C0EF2227-87E7-4AC2-997E-80084DDC9D6D}">
      <dgm:prSet/>
      <dgm:spPr/>
      <dgm:t>
        <a:bodyPr/>
        <a:lstStyle/>
        <a:p>
          <a:endParaRPr lang="en-US"/>
        </a:p>
      </dgm:t>
    </dgm:pt>
    <dgm:pt modelId="{B96C212F-9A39-4DAA-A97D-1649079A4675}" type="sibTrans" cxnId="{C0EF2227-87E7-4AC2-997E-80084DDC9D6D}">
      <dgm:prSet/>
      <dgm:spPr/>
      <dgm:t>
        <a:bodyPr/>
        <a:lstStyle/>
        <a:p>
          <a:endParaRPr lang="en-US"/>
        </a:p>
      </dgm:t>
    </dgm:pt>
    <dgm:pt modelId="{BAB106A1-1784-45D1-A546-2A8E60FF5710}">
      <dgm:prSet phldrT="[Text]"/>
      <dgm:spPr/>
      <dgm:t>
        <a:bodyPr/>
        <a:lstStyle/>
        <a:p>
          <a:r>
            <a:rPr lang="en-US"/>
            <a:t>Heartbeat + E-stop watchdog</a:t>
          </a:r>
        </a:p>
      </dgm:t>
    </dgm:pt>
    <dgm:pt modelId="{51D499D7-9074-48E1-B3EB-88130A77313F}" type="parTrans" cxnId="{2DF3E00A-2072-4DB8-8FB7-AFAD2BB18D82}">
      <dgm:prSet/>
      <dgm:spPr/>
      <dgm:t>
        <a:bodyPr/>
        <a:lstStyle/>
        <a:p>
          <a:endParaRPr lang="en-US"/>
        </a:p>
      </dgm:t>
    </dgm:pt>
    <dgm:pt modelId="{B847ACE3-E349-4184-A4F3-5AB7DC2C23AF}" type="sibTrans" cxnId="{2DF3E00A-2072-4DB8-8FB7-AFAD2BB18D82}">
      <dgm:prSet/>
      <dgm:spPr/>
      <dgm:t>
        <a:bodyPr/>
        <a:lstStyle/>
        <a:p>
          <a:endParaRPr lang="en-US"/>
        </a:p>
      </dgm:t>
    </dgm:pt>
    <dgm:pt modelId="{E3B9E87D-C80A-467F-82BD-2CC2D5CD9A0E}">
      <dgm:prSet phldrT="[Text]"/>
      <dgm:spPr/>
      <dgm:t>
        <a:bodyPr/>
        <a:lstStyle/>
        <a:p>
          <a:r>
            <a:rPr lang="en-US"/>
            <a:t>Faults latch → arm de-energises</a:t>
          </a:r>
        </a:p>
      </dgm:t>
    </dgm:pt>
    <dgm:pt modelId="{C9D513C1-619E-45F7-BD19-597D54C0056A}" type="parTrans" cxnId="{55E94059-4B77-436B-821A-9B37191D5D8D}">
      <dgm:prSet/>
      <dgm:spPr/>
      <dgm:t>
        <a:bodyPr/>
        <a:lstStyle/>
        <a:p>
          <a:endParaRPr lang="en-US"/>
        </a:p>
      </dgm:t>
    </dgm:pt>
    <dgm:pt modelId="{E917A50E-6665-489D-83F3-13BFC8315C3A}" type="sibTrans" cxnId="{55E94059-4B77-436B-821A-9B37191D5D8D}">
      <dgm:prSet/>
      <dgm:spPr/>
      <dgm:t>
        <a:bodyPr/>
        <a:lstStyle/>
        <a:p>
          <a:endParaRPr lang="en-US"/>
        </a:p>
      </dgm:t>
    </dgm:pt>
    <dgm:pt modelId="{F8920B53-3CB1-4594-B9C5-D3D19FF7EAA4}" type="pres">
      <dgm:prSet presAssocID="{BB91D3C9-5888-4B5D-8D8A-D85DBBE049A6}" presName="diagram" presStyleCnt="0">
        <dgm:presLayoutVars>
          <dgm:dir/>
          <dgm:resizeHandles val="exact"/>
        </dgm:presLayoutVars>
      </dgm:prSet>
      <dgm:spPr/>
    </dgm:pt>
    <dgm:pt modelId="{62268A79-0AC9-4A23-BF2A-A3D15D61973B}" type="pres">
      <dgm:prSet presAssocID="{6EB1F701-1978-48A6-9D68-4987ED11FB41}" presName="node" presStyleLbl="node1" presStyleIdx="0" presStyleCnt="3">
        <dgm:presLayoutVars>
          <dgm:bulletEnabled val="1"/>
        </dgm:presLayoutVars>
      </dgm:prSet>
      <dgm:spPr/>
    </dgm:pt>
    <dgm:pt modelId="{C9C70FE7-D731-4594-A0AF-26FCF264D2FE}" type="pres">
      <dgm:prSet presAssocID="{86BFA212-4E55-4F9B-95DB-377371791950}" presName="sibTrans" presStyleCnt="0"/>
      <dgm:spPr/>
    </dgm:pt>
    <dgm:pt modelId="{51190EB9-196B-4466-9BCC-71238631E0D3}" type="pres">
      <dgm:prSet presAssocID="{63ADB018-54F4-4ADC-B524-AEC5DD1BD573}" presName="node" presStyleLbl="node1" presStyleIdx="1" presStyleCnt="3">
        <dgm:presLayoutVars>
          <dgm:bulletEnabled val="1"/>
        </dgm:presLayoutVars>
      </dgm:prSet>
      <dgm:spPr/>
    </dgm:pt>
    <dgm:pt modelId="{8B57F685-2ECB-45EA-9E3A-F9BAFBFA6F9D}" type="pres">
      <dgm:prSet presAssocID="{37381156-68DA-4B4F-9DB3-EB9DD3ECD674}" presName="sibTrans" presStyleCnt="0"/>
      <dgm:spPr/>
    </dgm:pt>
    <dgm:pt modelId="{3A2EB737-A3A0-43E0-A737-6108E88F3737}" type="pres">
      <dgm:prSet presAssocID="{0D62860C-13C8-4399-893C-D01BD4D026CA}" presName="node" presStyleLbl="node1" presStyleIdx="2" presStyleCnt="3">
        <dgm:presLayoutVars>
          <dgm:bulletEnabled val="1"/>
        </dgm:presLayoutVars>
      </dgm:prSet>
      <dgm:spPr/>
    </dgm:pt>
  </dgm:ptLst>
  <dgm:cxnLst>
    <dgm:cxn modelId="{3CAB9A00-5EA6-49DB-A55A-3BAB2B3001A1}" type="presOf" srcId="{E3B9E87D-C80A-467F-82BD-2CC2D5CD9A0E}" destId="{51190EB9-196B-4466-9BCC-71238631E0D3}" srcOrd="0" destOrd="3" presId="urn:microsoft.com/office/officeart/2005/8/layout/default"/>
    <dgm:cxn modelId="{B4BAE105-2A11-4E66-BF47-F372911EE600}" type="presOf" srcId="{7E0A5725-2A03-4E1B-B2ED-E53D934F798F}" destId="{3A2EB737-A3A0-43E0-A737-6108E88F3737}" srcOrd="0" destOrd="3" presId="urn:microsoft.com/office/officeart/2005/8/layout/default"/>
    <dgm:cxn modelId="{2DF3E00A-2072-4DB8-8FB7-AFAD2BB18D82}" srcId="{63ADB018-54F4-4ADC-B524-AEC5DD1BD573}" destId="{BAB106A1-1784-45D1-A546-2A8E60FF5710}" srcOrd="1" destOrd="0" parTransId="{51D499D7-9074-48E1-B3EB-88130A77313F}" sibTransId="{B847ACE3-E349-4184-A4F3-5AB7DC2C23AF}"/>
    <dgm:cxn modelId="{CB4A5213-E9A1-43C7-9607-CA6425AB7B4F}" type="presOf" srcId="{A6422116-3E2C-4C0E-8718-AB3D14B7847A}" destId="{51190EB9-196B-4466-9BCC-71238631E0D3}" srcOrd="0" destOrd="1" presId="urn:microsoft.com/office/officeart/2005/8/layout/default"/>
    <dgm:cxn modelId="{550EFF1E-5FC6-489D-B339-DBC8D714A4C4}" srcId="{BB91D3C9-5888-4B5D-8D8A-D85DBBE049A6}" destId="{0D62860C-13C8-4399-893C-D01BD4D026CA}" srcOrd="2" destOrd="0" parTransId="{D73F888E-3530-4F03-85A5-C932F0BFE7FE}" sibTransId="{F6A5183D-A846-4FEC-A36C-6EBDE8AF721C}"/>
    <dgm:cxn modelId="{C0EF2227-87E7-4AC2-997E-80084DDC9D6D}" srcId="{63ADB018-54F4-4ADC-B524-AEC5DD1BD573}" destId="{A6422116-3E2C-4C0E-8718-AB3D14B7847A}" srcOrd="0" destOrd="0" parTransId="{8199EFD4-281C-449B-AE1C-73E1E651D69B}" sibTransId="{B96C212F-9A39-4DAA-A97D-1649079A4675}"/>
    <dgm:cxn modelId="{BB9E452A-92D2-446F-B5EA-51BC7E157301}" type="presOf" srcId="{C691237D-56AE-4949-83EF-01824DF3CA58}" destId="{62268A79-0AC9-4A23-BF2A-A3D15D61973B}" srcOrd="0" destOrd="1" presId="urn:microsoft.com/office/officeart/2005/8/layout/default"/>
    <dgm:cxn modelId="{7DD2723B-E7D6-4D92-BED9-9B7A2F503FC2}" type="presOf" srcId="{E991D940-D63C-431E-9612-C5F9FCD09C1F}" destId="{62268A79-0AC9-4A23-BF2A-A3D15D61973B}" srcOrd="0" destOrd="3" presId="urn:microsoft.com/office/officeart/2005/8/layout/default"/>
    <dgm:cxn modelId="{9F47113D-2BE3-4EA5-911F-91ECE79D1F29}" type="presOf" srcId="{3F5B2326-8B9A-4886-8237-CEC6C1F911B9}" destId="{62268A79-0AC9-4A23-BF2A-A3D15D61973B}" srcOrd="0" destOrd="2" presId="urn:microsoft.com/office/officeart/2005/8/layout/default"/>
    <dgm:cxn modelId="{705E2F3D-3F72-4B23-A5AA-0D599FE9EC73}" srcId="{6EB1F701-1978-48A6-9D68-4987ED11FB41}" destId="{C691237D-56AE-4949-83EF-01824DF3CA58}" srcOrd="0" destOrd="0" parTransId="{99AC2F66-2455-4994-9BE0-6B7E26CEB2B8}" sibTransId="{6EBEA140-E608-455C-8368-3416BD9A8AAE}"/>
    <dgm:cxn modelId="{A2D14B5E-3DDA-4C2B-AFC1-476D605FD383}" srcId="{0D62860C-13C8-4399-893C-D01BD4D026CA}" destId="{B7B0F15D-05D0-4AF1-8C1D-48276893CDAB}" srcOrd="0" destOrd="0" parTransId="{03D526DD-9E8A-483B-A529-DE8AD07ED3C7}" sibTransId="{D2694140-D48D-4DB0-8E57-9463E9462666}"/>
    <dgm:cxn modelId="{839D8878-85C1-401C-8F80-D011265CEB23}" type="presOf" srcId="{A79D5C63-17EA-491D-AA56-FD59D40C813A}" destId="{3A2EB737-A3A0-43E0-A737-6108E88F3737}" srcOrd="0" destOrd="2" presId="urn:microsoft.com/office/officeart/2005/8/layout/default"/>
    <dgm:cxn modelId="{55E94059-4B77-436B-821A-9B37191D5D8D}" srcId="{63ADB018-54F4-4ADC-B524-AEC5DD1BD573}" destId="{E3B9E87D-C80A-467F-82BD-2CC2D5CD9A0E}" srcOrd="2" destOrd="0" parTransId="{C9D513C1-619E-45F7-BD19-597D54C0056A}" sibTransId="{E917A50E-6665-489D-83F3-13BFC8315C3A}"/>
    <dgm:cxn modelId="{6EFF5D84-1309-4947-87FD-22D6FC463786}" srcId="{6EB1F701-1978-48A6-9D68-4987ED11FB41}" destId="{E991D940-D63C-431E-9612-C5F9FCD09C1F}" srcOrd="2" destOrd="0" parTransId="{8BB7AF3F-45F8-4DE5-8BFD-B5A0B52E90F5}" sibTransId="{B34025F4-9D29-4BB3-A2E7-9B54031FECEF}"/>
    <dgm:cxn modelId="{6B371490-C263-46B3-9CDA-1ADECEA01C9B}" srcId="{BB91D3C9-5888-4B5D-8D8A-D85DBBE049A6}" destId="{6EB1F701-1978-48A6-9D68-4987ED11FB41}" srcOrd="0" destOrd="0" parTransId="{1EED12BA-CF7D-418E-8151-08C92B68E637}" sibTransId="{86BFA212-4E55-4F9B-95DB-377371791950}"/>
    <dgm:cxn modelId="{00975FA0-011E-422D-AED7-86F1D6C697E9}" srcId="{0D62860C-13C8-4399-893C-D01BD4D026CA}" destId="{7E0A5725-2A03-4E1B-B2ED-E53D934F798F}" srcOrd="2" destOrd="0" parTransId="{209BFEEF-4BCD-4BE7-A723-A491C8F92DE8}" sibTransId="{B6B66A38-F67E-499C-B584-8412218B7D4D}"/>
    <dgm:cxn modelId="{C67950A0-E84F-472A-8F0D-5301BC86EBE0}" type="presOf" srcId="{BAB106A1-1784-45D1-A546-2A8E60FF5710}" destId="{51190EB9-196B-4466-9BCC-71238631E0D3}" srcOrd="0" destOrd="2" presId="urn:microsoft.com/office/officeart/2005/8/layout/default"/>
    <dgm:cxn modelId="{0DE48CA8-C2E5-4826-89DC-164DA22BC07F}" type="presOf" srcId="{6EB1F701-1978-48A6-9D68-4987ED11FB41}" destId="{62268A79-0AC9-4A23-BF2A-A3D15D61973B}" srcOrd="0" destOrd="0" presId="urn:microsoft.com/office/officeart/2005/8/layout/default"/>
    <dgm:cxn modelId="{7059DDBA-70BF-44D8-95FE-9D6EC89F6FCA}" type="presOf" srcId="{B7B0F15D-05D0-4AF1-8C1D-48276893CDAB}" destId="{3A2EB737-A3A0-43E0-A737-6108E88F3737}" srcOrd="0" destOrd="1" presId="urn:microsoft.com/office/officeart/2005/8/layout/default"/>
    <dgm:cxn modelId="{FF1A37BB-064A-47D7-9361-233673508CD2}" srcId="{BB91D3C9-5888-4B5D-8D8A-D85DBBE049A6}" destId="{63ADB018-54F4-4ADC-B524-AEC5DD1BD573}" srcOrd="1" destOrd="0" parTransId="{C6C650D7-9114-49DC-B956-CDB8BD742ED6}" sibTransId="{37381156-68DA-4B4F-9DB3-EB9DD3ECD674}"/>
    <dgm:cxn modelId="{D64B8DC5-5B15-4977-907F-9A21C9A84D38}" type="presOf" srcId="{63ADB018-54F4-4ADC-B524-AEC5DD1BD573}" destId="{51190EB9-196B-4466-9BCC-71238631E0D3}" srcOrd="0" destOrd="0" presId="urn:microsoft.com/office/officeart/2005/8/layout/default"/>
    <dgm:cxn modelId="{E61404E6-9422-41A1-882A-6190AEF4EAD0}" srcId="{0D62860C-13C8-4399-893C-D01BD4D026CA}" destId="{A79D5C63-17EA-491D-AA56-FD59D40C813A}" srcOrd="1" destOrd="0" parTransId="{8809A7B5-9B05-4C42-9A04-0580189C87A3}" sibTransId="{23D73D14-7227-4D6B-AC96-5781FAD808C4}"/>
    <dgm:cxn modelId="{CF6AB6EC-5DDF-458A-A1D1-FA666FDBBD55}" type="presOf" srcId="{0D62860C-13C8-4399-893C-D01BD4D026CA}" destId="{3A2EB737-A3A0-43E0-A737-6108E88F3737}" srcOrd="0" destOrd="0" presId="urn:microsoft.com/office/officeart/2005/8/layout/default"/>
    <dgm:cxn modelId="{4F1E93ED-CAFD-43A0-B5A9-3A4CAF2444DD}" type="presOf" srcId="{BB91D3C9-5888-4B5D-8D8A-D85DBBE049A6}" destId="{F8920B53-3CB1-4594-B9C5-D3D19FF7EAA4}" srcOrd="0" destOrd="0" presId="urn:microsoft.com/office/officeart/2005/8/layout/default"/>
    <dgm:cxn modelId="{D7B5E5F0-B584-4C65-9009-7A7B0BE559CA}" srcId="{6EB1F701-1978-48A6-9D68-4987ED11FB41}" destId="{3F5B2326-8B9A-4886-8237-CEC6C1F911B9}" srcOrd="1" destOrd="0" parTransId="{27551224-C33E-4AC9-8D5E-2A2AB6DC2BC9}" sibTransId="{7D75C936-7C2E-4CAF-8BA9-C880A9B64837}"/>
    <dgm:cxn modelId="{DDA9155F-8AF6-4B11-90CB-D0CAFC7BF3A8}" type="presParOf" srcId="{F8920B53-3CB1-4594-B9C5-D3D19FF7EAA4}" destId="{62268A79-0AC9-4A23-BF2A-A3D15D61973B}" srcOrd="0" destOrd="0" presId="urn:microsoft.com/office/officeart/2005/8/layout/default"/>
    <dgm:cxn modelId="{357DE7CC-0E46-4B27-9696-06A4DA92ABC5}" type="presParOf" srcId="{F8920B53-3CB1-4594-B9C5-D3D19FF7EAA4}" destId="{C9C70FE7-D731-4594-A0AF-26FCF264D2FE}" srcOrd="1" destOrd="0" presId="urn:microsoft.com/office/officeart/2005/8/layout/default"/>
    <dgm:cxn modelId="{9BF1E346-5580-4606-B49C-DCDFFDD2FCB5}" type="presParOf" srcId="{F8920B53-3CB1-4594-B9C5-D3D19FF7EAA4}" destId="{51190EB9-196B-4466-9BCC-71238631E0D3}" srcOrd="2" destOrd="0" presId="urn:microsoft.com/office/officeart/2005/8/layout/default"/>
    <dgm:cxn modelId="{A6A44D18-9850-4D3B-B87D-2C49C564B320}" type="presParOf" srcId="{F8920B53-3CB1-4594-B9C5-D3D19FF7EAA4}" destId="{8B57F685-2ECB-45EA-9E3A-F9BAFBFA6F9D}" srcOrd="3" destOrd="0" presId="urn:microsoft.com/office/officeart/2005/8/layout/default"/>
    <dgm:cxn modelId="{98B406F7-36F4-411C-9815-0620C23B2FE0}" type="presParOf" srcId="{F8920B53-3CB1-4594-B9C5-D3D19FF7EAA4}" destId="{3A2EB737-A3A0-43E0-A737-6108E88F373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3DFEA-E467-4047-BF25-606DD339DC39}">
      <dsp:nvSpPr>
        <dsp:cNvPr id="0" name=""/>
        <dsp:cNvSpPr/>
      </dsp:nvSpPr>
      <dsp:spPr>
        <a:xfrm>
          <a:off x="1667" y="74700"/>
          <a:ext cx="1625686" cy="288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+mn-lt"/>
              <a:ea typeface="Cambria" panose="02040503050406030204" pitchFamily="18" charset="0"/>
            </a:rPr>
            <a:t>No Cloud Needed</a:t>
          </a:r>
        </a:p>
      </dsp:txBody>
      <dsp:txXfrm>
        <a:off x="1667" y="74700"/>
        <a:ext cx="1625686" cy="288000"/>
      </dsp:txXfrm>
    </dsp:sp>
    <dsp:sp modelId="{E9D2D254-0C7B-4B75-82B4-B2B5BD174EC4}">
      <dsp:nvSpPr>
        <dsp:cNvPr id="0" name=""/>
        <dsp:cNvSpPr/>
      </dsp:nvSpPr>
      <dsp:spPr>
        <a:xfrm>
          <a:off x="1667" y="362700"/>
          <a:ext cx="1625686" cy="56272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All compute on-device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Zero-connectivity demo</a:t>
          </a:r>
        </a:p>
      </dsp:txBody>
      <dsp:txXfrm>
        <a:off x="1667" y="362700"/>
        <a:ext cx="1625686" cy="562724"/>
      </dsp:txXfrm>
    </dsp:sp>
    <dsp:sp modelId="{EE1A42B6-E2D7-4309-84AB-DF20AE881E85}">
      <dsp:nvSpPr>
        <dsp:cNvPr id="0" name=""/>
        <dsp:cNvSpPr/>
      </dsp:nvSpPr>
      <dsp:spPr>
        <a:xfrm>
          <a:off x="1854950" y="74700"/>
          <a:ext cx="1625686" cy="288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+mn-lt"/>
              <a:ea typeface="Cambria" panose="02040503050406030204" pitchFamily="18" charset="0"/>
            </a:rPr>
            <a:t>Private by Design</a:t>
          </a:r>
        </a:p>
      </dsp:txBody>
      <dsp:txXfrm>
        <a:off x="1854950" y="74700"/>
        <a:ext cx="1625686" cy="288000"/>
      </dsp:txXfrm>
    </dsp:sp>
    <dsp:sp modelId="{45B857A0-1411-47E6-9E87-46E328762F48}">
      <dsp:nvSpPr>
        <dsp:cNvPr id="0" name=""/>
        <dsp:cNvSpPr/>
      </dsp:nvSpPr>
      <dsp:spPr>
        <a:xfrm>
          <a:off x="1854950" y="362700"/>
          <a:ext cx="1625686" cy="56272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No video leaves the device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Phone joins the board’s Wi-Fi</a:t>
          </a:r>
        </a:p>
      </dsp:txBody>
      <dsp:txXfrm>
        <a:off x="1854950" y="362700"/>
        <a:ext cx="1625686" cy="562724"/>
      </dsp:txXfrm>
    </dsp:sp>
    <dsp:sp modelId="{44F24C59-F078-4C3C-A8FE-6B94E91B0BB1}">
      <dsp:nvSpPr>
        <dsp:cNvPr id="0" name=""/>
        <dsp:cNvSpPr/>
      </dsp:nvSpPr>
      <dsp:spPr>
        <a:xfrm>
          <a:off x="3708233" y="74700"/>
          <a:ext cx="1625686" cy="288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+mn-lt"/>
              <a:ea typeface="Cambria" panose="02040503050406030204" pitchFamily="18" charset="0"/>
            </a:rPr>
            <a:t>Protocols</a:t>
          </a:r>
        </a:p>
      </dsp:txBody>
      <dsp:txXfrm>
        <a:off x="3708233" y="74700"/>
        <a:ext cx="1625686" cy="288000"/>
      </dsp:txXfrm>
    </dsp:sp>
    <dsp:sp modelId="{2E9534CE-AEA4-4837-BD34-B5A4C589CFD0}">
      <dsp:nvSpPr>
        <dsp:cNvPr id="0" name=""/>
        <dsp:cNvSpPr/>
      </dsp:nvSpPr>
      <dsp:spPr>
        <a:xfrm>
          <a:off x="3708233" y="362700"/>
          <a:ext cx="1625686" cy="562724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>
              <a:latin typeface="+mn-lt"/>
              <a:ea typeface="Cambria" panose="02040503050406030204" pitchFamily="18" charset="0"/>
            </a:rPr>
            <a:t>Internet: none — local Wi-Fi only (HTTP/WS phone→board, UDP heartbeat, UART→MCU)</a:t>
          </a:r>
        </a:p>
      </dsp:txBody>
      <dsp:txXfrm>
        <a:off x="3708233" y="362700"/>
        <a:ext cx="1625686" cy="5627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68A79-0AC9-4A23-BF2A-A3D15D61973B}">
      <dsp:nvSpPr>
        <dsp:cNvPr id="0" name=""/>
        <dsp:cNvSpPr/>
      </dsp:nvSpPr>
      <dsp:spPr>
        <a:xfrm>
          <a:off x="302283" y="1315"/>
          <a:ext cx="1679846" cy="100790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Mira App (MPU · Debian)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Camera capture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100 Hz servo control loop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Replay · 3D recon (planned)</a:t>
          </a:r>
        </a:p>
      </dsp:txBody>
      <dsp:txXfrm>
        <a:off x="302283" y="1315"/>
        <a:ext cx="1679846" cy="1007908"/>
      </dsp:txXfrm>
    </dsp:sp>
    <dsp:sp modelId="{51190EB9-196B-4466-9BCC-71238631E0D3}">
      <dsp:nvSpPr>
        <dsp:cNvPr id="0" name=""/>
        <dsp:cNvSpPr/>
      </dsp:nvSpPr>
      <dsp:spPr>
        <a:xfrm>
          <a:off x="302283" y="1177208"/>
          <a:ext cx="1679846" cy="10079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 (MPU)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Wi-Fi: phone XR UI (WebXR)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USB serial 1 Mbaud → SO-101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UART → MCU heartbeat bridge</a:t>
          </a:r>
        </a:p>
      </dsp:txBody>
      <dsp:txXfrm>
        <a:off x="302283" y="1177208"/>
        <a:ext cx="1679846" cy="1007908"/>
      </dsp:txXfrm>
    </dsp:sp>
    <dsp:sp modelId="{3A2EB737-A3A0-43E0-A737-6108E88F3737}">
      <dsp:nvSpPr>
        <dsp:cNvPr id="0" name=""/>
        <dsp:cNvSpPr/>
      </dsp:nvSpPr>
      <dsp:spPr>
        <a:xfrm>
          <a:off x="302283" y="2353101"/>
          <a:ext cx="1679846" cy="100790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Interlock (MCU · STM32)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Gates the 12 V servo relay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Heartbeat + E-stop watchdog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Faults latch → arm de-energises</a:t>
          </a:r>
        </a:p>
      </dsp:txBody>
      <dsp:txXfrm>
        <a:off x="302283" y="2353101"/>
        <a:ext cx="1679846" cy="1007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C3983-EB50-448A-BC95-6693A0EB85EE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57003-0131-4DA0-BC11-F95176CA4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4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3093-5102-718D-5739-7D2E85CF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61B12-FFC9-6EE8-BC88-15D029C2D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A2E58-A0A5-16A4-B403-CCC7017E9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1163C-1D5E-3CF5-9387-8CDFCEC7B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5E7E4-6857-4F03-A780-9887AA86825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76722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NOQ 4G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4AFC79-349C-929F-927D-EE0309094DED}"/>
              </a:ext>
            </a:extLst>
          </p:cNvPr>
          <p:cNvSpPr/>
          <p:nvPr userDrawn="1"/>
        </p:nvSpPr>
        <p:spPr>
          <a:xfrm>
            <a:off x="4946608" y="0"/>
            <a:ext cx="7245228" cy="1705432"/>
          </a:xfrm>
          <a:prstGeom prst="rect">
            <a:avLst/>
          </a:prstGeom>
          <a:gradFill>
            <a:gsLst>
              <a:gs pos="917">
                <a:srgbClr val="F9F9F9"/>
              </a:gs>
              <a:gs pos="5000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5AE9B8-CA66-2821-C4FC-B9614881BC98}"/>
              </a:ext>
            </a:extLst>
          </p:cNvPr>
          <p:cNvGrpSpPr/>
          <p:nvPr userDrawn="1"/>
        </p:nvGrpSpPr>
        <p:grpSpPr>
          <a:xfrm>
            <a:off x="11124062" y="322238"/>
            <a:ext cx="1067938" cy="694516"/>
            <a:chOff x="2283002" y="3709432"/>
            <a:chExt cx="1067938" cy="69451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A449FA-4439-CD35-1390-04173B422EF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83002" y="3709432"/>
              <a:ext cx="1067938" cy="694516"/>
              <a:chOff x="2283002" y="3059530"/>
              <a:chExt cx="2067270" cy="1344417"/>
            </a:xfrm>
            <a:solidFill>
              <a:srgbClr val="2A2AEA"/>
            </a:solidFill>
          </p:grpSpPr>
          <p:sp>
            <p:nvSpPr>
              <p:cNvPr id="16" name="Freeform 4">
                <a:extLst>
                  <a:ext uri="{FF2B5EF4-FFF2-40B4-BE49-F238E27FC236}">
                    <a16:creationId xmlns:a16="http://schemas.microsoft.com/office/drawing/2014/main" id="{1EEE1028-7B30-6566-F0C9-3D2FAA5C8D18}"/>
                  </a:ext>
                </a:extLst>
              </p:cNvPr>
              <p:cNvSpPr/>
              <p:nvPr/>
            </p:nvSpPr>
            <p:spPr>
              <a:xfrm>
                <a:off x="2362509" y="3139017"/>
                <a:ext cx="1908227" cy="1185326"/>
              </a:xfrm>
              <a:custGeom>
                <a:avLst/>
                <a:gdLst>
                  <a:gd name="connsiteX0" fmla="*/ 1901345 w 1908227"/>
                  <a:gd name="connsiteY0" fmla="*/ 745651 h 1185326"/>
                  <a:gd name="connsiteX1" fmla="*/ 1862720 w 1908227"/>
                  <a:gd name="connsiteY1" fmla="*/ 638890 h 1185326"/>
                  <a:gd name="connsiteX2" fmla="*/ 1793286 w 1908227"/>
                  <a:gd name="connsiteY2" fmla="*/ 549021 h 1185326"/>
                  <a:gd name="connsiteX3" fmla="*/ 1699826 w 1908227"/>
                  <a:gd name="connsiteY3" fmla="*/ 484578 h 1185326"/>
                  <a:gd name="connsiteX4" fmla="*/ 1646761 w 1908227"/>
                  <a:gd name="connsiteY4" fmla="*/ 464046 h 1185326"/>
                  <a:gd name="connsiteX5" fmla="*/ 1639939 w 1908227"/>
                  <a:gd name="connsiteY5" fmla="*/ 461977 h 1185326"/>
                  <a:gd name="connsiteX6" fmla="*/ 1633038 w 1908227"/>
                  <a:gd name="connsiteY6" fmla="*/ 460206 h 1185326"/>
                  <a:gd name="connsiteX7" fmla="*/ 1626136 w 1908227"/>
                  <a:gd name="connsiteY7" fmla="*/ 458435 h 1185326"/>
                  <a:gd name="connsiteX8" fmla="*/ 1622675 w 1908227"/>
                  <a:gd name="connsiteY8" fmla="*/ 457620 h 1185326"/>
                  <a:gd name="connsiteX9" fmla="*/ 1618936 w 1908227"/>
                  <a:gd name="connsiteY9" fmla="*/ 456844 h 1185326"/>
                  <a:gd name="connsiteX10" fmla="*/ 1609349 w 1908227"/>
                  <a:gd name="connsiteY10" fmla="*/ 454934 h 1185326"/>
                  <a:gd name="connsiteX11" fmla="*/ 1599723 w 1908227"/>
                  <a:gd name="connsiteY11" fmla="*/ 452944 h 1185326"/>
                  <a:gd name="connsiteX12" fmla="*/ 1581126 w 1908227"/>
                  <a:gd name="connsiteY12" fmla="*/ 448408 h 1185326"/>
                  <a:gd name="connsiteX13" fmla="*/ 1572852 w 1908227"/>
                  <a:gd name="connsiteY13" fmla="*/ 444568 h 1185326"/>
                  <a:gd name="connsiteX14" fmla="*/ 1565533 w 1908227"/>
                  <a:gd name="connsiteY14" fmla="*/ 438699 h 1185326"/>
                  <a:gd name="connsiteX15" fmla="*/ 1556046 w 1908227"/>
                  <a:gd name="connsiteY15" fmla="*/ 422544 h 1185326"/>
                  <a:gd name="connsiteX16" fmla="*/ 1554455 w 1908227"/>
                  <a:gd name="connsiteY16" fmla="*/ 404279 h 1185326"/>
                  <a:gd name="connsiteX17" fmla="*/ 1554992 w 1908227"/>
                  <a:gd name="connsiteY17" fmla="*/ 394550 h 1185326"/>
                  <a:gd name="connsiteX18" fmla="*/ 1556026 w 1908227"/>
                  <a:gd name="connsiteY18" fmla="*/ 384622 h 1185326"/>
                  <a:gd name="connsiteX19" fmla="*/ 1556861 w 1908227"/>
                  <a:gd name="connsiteY19" fmla="*/ 374694 h 1185326"/>
                  <a:gd name="connsiteX20" fmla="*/ 1557100 w 1908227"/>
                  <a:gd name="connsiteY20" fmla="*/ 370934 h 1185326"/>
                  <a:gd name="connsiteX21" fmla="*/ 1557279 w 1908227"/>
                  <a:gd name="connsiteY21" fmla="*/ 367392 h 1185326"/>
                  <a:gd name="connsiteX22" fmla="*/ 1557637 w 1908227"/>
                  <a:gd name="connsiteY22" fmla="*/ 353266 h 1185326"/>
                  <a:gd name="connsiteX23" fmla="*/ 1556444 w 1908227"/>
                  <a:gd name="connsiteY23" fmla="*/ 324835 h 1185326"/>
                  <a:gd name="connsiteX24" fmla="*/ 1529752 w 1908227"/>
                  <a:gd name="connsiteY24" fmla="*/ 214792 h 1185326"/>
                  <a:gd name="connsiteX25" fmla="*/ 1381596 w 1908227"/>
                  <a:gd name="connsiteY25" fmla="*/ 47290 h 1185326"/>
                  <a:gd name="connsiteX26" fmla="*/ 1275824 w 1908227"/>
                  <a:gd name="connsiteY26" fmla="*/ 6981 h 1185326"/>
                  <a:gd name="connsiteX27" fmla="*/ 1162654 w 1908227"/>
                  <a:gd name="connsiteY27" fmla="*/ 2604 h 1185326"/>
                  <a:gd name="connsiteX28" fmla="*/ 1107003 w 1908227"/>
                  <a:gd name="connsiteY28" fmla="*/ 13964 h 1185326"/>
                  <a:gd name="connsiteX29" fmla="*/ 1053938 w 1908227"/>
                  <a:gd name="connsiteY29" fmla="*/ 34218 h 1185326"/>
                  <a:gd name="connsiteX30" fmla="*/ 1004811 w 1908227"/>
                  <a:gd name="connsiteY30" fmla="*/ 62749 h 1185326"/>
                  <a:gd name="connsiteX31" fmla="*/ 982098 w 1908227"/>
                  <a:gd name="connsiteY31" fmla="*/ 79839 h 1185326"/>
                  <a:gd name="connsiteX32" fmla="*/ 960876 w 1908227"/>
                  <a:gd name="connsiteY32" fmla="*/ 98780 h 1185326"/>
                  <a:gd name="connsiteX33" fmla="*/ 927820 w 1908227"/>
                  <a:gd name="connsiteY33" fmla="*/ 135428 h 1185326"/>
                  <a:gd name="connsiteX34" fmla="*/ 920381 w 1908227"/>
                  <a:gd name="connsiteY34" fmla="*/ 145276 h 1185326"/>
                  <a:gd name="connsiteX35" fmla="*/ 913300 w 1908227"/>
                  <a:gd name="connsiteY35" fmla="*/ 155383 h 1185326"/>
                  <a:gd name="connsiteX36" fmla="*/ 906578 w 1908227"/>
                  <a:gd name="connsiteY36" fmla="*/ 165729 h 1185326"/>
                  <a:gd name="connsiteX37" fmla="*/ 904728 w 1908227"/>
                  <a:gd name="connsiteY37" fmla="*/ 168674 h 1185326"/>
                  <a:gd name="connsiteX38" fmla="*/ 902540 w 1908227"/>
                  <a:gd name="connsiteY38" fmla="*/ 172454 h 1185326"/>
                  <a:gd name="connsiteX39" fmla="*/ 898204 w 1908227"/>
                  <a:gd name="connsiteY39" fmla="*/ 179955 h 1185326"/>
                  <a:gd name="connsiteX40" fmla="*/ 892297 w 1908227"/>
                  <a:gd name="connsiteY40" fmla="*/ 189226 h 1185326"/>
                  <a:gd name="connsiteX41" fmla="*/ 889294 w 1908227"/>
                  <a:gd name="connsiteY41" fmla="*/ 193742 h 1185326"/>
                  <a:gd name="connsiteX42" fmla="*/ 886191 w 1908227"/>
                  <a:gd name="connsiteY42" fmla="*/ 198080 h 1185326"/>
                  <a:gd name="connsiteX43" fmla="*/ 868708 w 1908227"/>
                  <a:gd name="connsiteY43" fmla="*/ 210057 h 1185326"/>
                  <a:gd name="connsiteX44" fmla="*/ 847685 w 1908227"/>
                  <a:gd name="connsiteY44" fmla="*/ 211072 h 1185326"/>
                  <a:gd name="connsiteX45" fmla="*/ 842514 w 1908227"/>
                  <a:gd name="connsiteY45" fmla="*/ 209957 h 1185326"/>
                  <a:gd name="connsiteX46" fmla="*/ 837204 w 1908227"/>
                  <a:gd name="connsiteY46" fmla="*/ 208565 h 1185326"/>
                  <a:gd name="connsiteX47" fmla="*/ 826463 w 1908227"/>
                  <a:gd name="connsiteY47" fmla="*/ 205262 h 1185326"/>
                  <a:gd name="connsiteX48" fmla="*/ 821053 w 1908227"/>
                  <a:gd name="connsiteY48" fmla="*/ 203650 h 1185326"/>
                  <a:gd name="connsiteX49" fmla="*/ 818349 w 1908227"/>
                  <a:gd name="connsiteY49" fmla="*/ 202855 h 1185326"/>
                  <a:gd name="connsiteX50" fmla="*/ 816041 w 1908227"/>
                  <a:gd name="connsiteY50" fmla="*/ 202238 h 1185326"/>
                  <a:gd name="connsiteX51" fmla="*/ 808364 w 1908227"/>
                  <a:gd name="connsiteY51" fmla="*/ 200308 h 1185326"/>
                  <a:gd name="connsiteX52" fmla="*/ 792870 w 1908227"/>
                  <a:gd name="connsiteY52" fmla="*/ 197144 h 1185326"/>
                  <a:gd name="connsiteX53" fmla="*/ 761505 w 1908227"/>
                  <a:gd name="connsiteY53" fmla="*/ 193643 h 1185326"/>
                  <a:gd name="connsiteX54" fmla="*/ 652571 w 1908227"/>
                  <a:gd name="connsiteY54" fmla="*/ 212385 h 1185326"/>
                  <a:gd name="connsiteX55" fmla="*/ 627410 w 1908227"/>
                  <a:gd name="connsiteY55" fmla="*/ 224322 h 1185326"/>
                  <a:gd name="connsiteX56" fmla="*/ 603782 w 1908227"/>
                  <a:gd name="connsiteY56" fmla="*/ 239065 h 1185326"/>
                  <a:gd name="connsiteX57" fmla="*/ 581804 w 1908227"/>
                  <a:gd name="connsiteY57" fmla="*/ 256195 h 1185326"/>
                  <a:gd name="connsiteX58" fmla="*/ 561895 w 1908227"/>
                  <a:gd name="connsiteY58" fmla="*/ 275713 h 1185326"/>
                  <a:gd name="connsiteX59" fmla="*/ 550558 w 1908227"/>
                  <a:gd name="connsiteY59" fmla="*/ 288844 h 1185326"/>
                  <a:gd name="connsiteX60" fmla="*/ 540215 w 1908227"/>
                  <a:gd name="connsiteY60" fmla="*/ 302771 h 1185326"/>
                  <a:gd name="connsiteX61" fmla="*/ 522394 w 1908227"/>
                  <a:gd name="connsiteY61" fmla="*/ 332495 h 1185326"/>
                  <a:gd name="connsiteX62" fmla="*/ 508790 w 1908227"/>
                  <a:gd name="connsiteY62" fmla="*/ 364368 h 1185326"/>
                  <a:gd name="connsiteX63" fmla="*/ 506085 w 1908227"/>
                  <a:gd name="connsiteY63" fmla="*/ 372605 h 1185326"/>
                  <a:gd name="connsiteX64" fmla="*/ 503639 w 1908227"/>
                  <a:gd name="connsiteY64" fmla="*/ 380922 h 1185326"/>
                  <a:gd name="connsiteX65" fmla="*/ 501451 w 1908227"/>
                  <a:gd name="connsiteY65" fmla="*/ 389318 h 1185326"/>
                  <a:gd name="connsiteX66" fmla="*/ 498925 w 1908227"/>
                  <a:gd name="connsiteY66" fmla="*/ 401832 h 1185326"/>
                  <a:gd name="connsiteX67" fmla="*/ 495464 w 1908227"/>
                  <a:gd name="connsiteY67" fmla="*/ 416057 h 1185326"/>
                  <a:gd name="connsiteX68" fmla="*/ 493535 w 1908227"/>
                  <a:gd name="connsiteY68" fmla="*/ 422961 h 1185326"/>
                  <a:gd name="connsiteX69" fmla="*/ 490611 w 1908227"/>
                  <a:gd name="connsiteY69" fmla="*/ 429308 h 1185326"/>
                  <a:gd name="connsiteX70" fmla="*/ 468574 w 1908227"/>
                  <a:gd name="connsiteY70" fmla="*/ 446737 h 1185326"/>
                  <a:gd name="connsiteX71" fmla="*/ 454651 w 1908227"/>
                  <a:gd name="connsiteY71" fmla="*/ 449025 h 1185326"/>
                  <a:gd name="connsiteX72" fmla="*/ 439814 w 1908227"/>
                  <a:gd name="connsiteY72" fmla="*/ 449502 h 1185326"/>
                  <a:gd name="connsiteX73" fmla="*/ 368311 w 1908227"/>
                  <a:gd name="connsiteY73" fmla="*/ 449502 h 1185326"/>
                  <a:gd name="connsiteX74" fmla="*/ 353951 w 1908227"/>
                  <a:gd name="connsiteY74" fmla="*/ 449821 h 1185326"/>
                  <a:gd name="connsiteX75" fmla="*/ 297346 w 1908227"/>
                  <a:gd name="connsiteY75" fmla="*/ 456028 h 1185326"/>
                  <a:gd name="connsiteX76" fmla="*/ 283404 w 1908227"/>
                  <a:gd name="connsiteY76" fmla="*/ 458973 h 1185326"/>
                  <a:gd name="connsiteX77" fmla="*/ 269581 w 1908227"/>
                  <a:gd name="connsiteY77" fmla="*/ 462415 h 1185326"/>
                  <a:gd name="connsiteX78" fmla="*/ 255897 w 1908227"/>
                  <a:gd name="connsiteY78" fmla="*/ 466354 h 1185326"/>
                  <a:gd name="connsiteX79" fmla="*/ 242412 w 1908227"/>
                  <a:gd name="connsiteY79" fmla="*/ 470910 h 1185326"/>
                  <a:gd name="connsiteX80" fmla="*/ 190480 w 1908227"/>
                  <a:gd name="connsiteY80" fmla="*/ 494168 h 1185326"/>
                  <a:gd name="connsiteX81" fmla="*/ 100580 w 1908227"/>
                  <a:gd name="connsiteY81" fmla="*/ 563445 h 1185326"/>
                  <a:gd name="connsiteX82" fmla="*/ 36039 w 1908227"/>
                  <a:gd name="connsiteY82" fmla="*/ 656816 h 1185326"/>
                  <a:gd name="connsiteX83" fmla="*/ 15514 w 1908227"/>
                  <a:gd name="connsiteY83" fmla="*/ 709898 h 1185326"/>
                  <a:gd name="connsiteX84" fmla="*/ 11635 w 1908227"/>
                  <a:gd name="connsiteY84" fmla="*/ 723606 h 1185326"/>
                  <a:gd name="connsiteX85" fmla="*/ 8413 w 1908227"/>
                  <a:gd name="connsiteY85" fmla="*/ 737473 h 1185326"/>
                  <a:gd name="connsiteX86" fmla="*/ 5688 w 1908227"/>
                  <a:gd name="connsiteY86" fmla="*/ 751460 h 1185326"/>
                  <a:gd name="connsiteX87" fmla="*/ 3441 w 1908227"/>
                  <a:gd name="connsiteY87" fmla="*/ 765526 h 1185326"/>
                  <a:gd name="connsiteX88" fmla="*/ 20 w 1908227"/>
                  <a:gd name="connsiteY88" fmla="*/ 822428 h 1185326"/>
                  <a:gd name="connsiteX89" fmla="*/ 5211 w 1908227"/>
                  <a:gd name="connsiteY89" fmla="*/ 879191 h 1185326"/>
                  <a:gd name="connsiteX90" fmla="*/ 7796 w 1908227"/>
                  <a:gd name="connsiteY90" fmla="*/ 893197 h 1185326"/>
                  <a:gd name="connsiteX91" fmla="*/ 10979 w 1908227"/>
                  <a:gd name="connsiteY91" fmla="*/ 907085 h 1185326"/>
                  <a:gd name="connsiteX92" fmla="*/ 14758 w 1908227"/>
                  <a:gd name="connsiteY92" fmla="*/ 920833 h 1185326"/>
                  <a:gd name="connsiteX93" fmla="*/ 16747 w 1908227"/>
                  <a:gd name="connsiteY93" fmla="*/ 927677 h 1185326"/>
                  <a:gd name="connsiteX94" fmla="*/ 19014 w 1908227"/>
                  <a:gd name="connsiteY94" fmla="*/ 934422 h 1185326"/>
                  <a:gd name="connsiteX95" fmla="*/ 28999 w 1908227"/>
                  <a:gd name="connsiteY95" fmla="*/ 961102 h 1185326"/>
                  <a:gd name="connsiteX96" fmla="*/ 34826 w 1908227"/>
                  <a:gd name="connsiteY96" fmla="*/ 974114 h 1185326"/>
                  <a:gd name="connsiteX97" fmla="*/ 37949 w 1908227"/>
                  <a:gd name="connsiteY97" fmla="*/ 980520 h 1185326"/>
                  <a:gd name="connsiteX98" fmla="*/ 41171 w 1908227"/>
                  <a:gd name="connsiteY98" fmla="*/ 986867 h 1185326"/>
                  <a:gd name="connsiteX99" fmla="*/ 71124 w 1908227"/>
                  <a:gd name="connsiteY99" fmla="*/ 1035313 h 1185326"/>
                  <a:gd name="connsiteX100" fmla="*/ 108198 w 1908227"/>
                  <a:gd name="connsiteY100" fmla="*/ 1078546 h 1185326"/>
                  <a:gd name="connsiteX101" fmla="*/ 151517 w 1908227"/>
                  <a:gd name="connsiteY101" fmla="*/ 1115493 h 1185326"/>
                  <a:gd name="connsiteX102" fmla="*/ 157305 w 1908227"/>
                  <a:gd name="connsiteY102" fmla="*/ 1119631 h 1185326"/>
                  <a:gd name="connsiteX103" fmla="*/ 163152 w 1908227"/>
                  <a:gd name="connsiteY103" fmla="*/ 1123690 h 1185326"/>
                  <a:gd name="connsiteX104" fmla="*/ 175126 w 1908227"/>
                  <a:gd name="connsiteY104" fmla="*/ 1131409 h 1185326"/>
                  <a:gd name="connsiteX105" fmla="*/ 199988 w 1908227"/>
                  <a:gd name="connsiteY105" fmla="*/ 1145297 h 1185326"/>
                  <a:gd name="connsiteX106" fmla="*/ 307748 w 1908227"/>
                  <a:gd name="connsiteY106" fmla="*/ 1180631 h 1185326"/>
                  <a:gd name="connsiteX107" fmla="*/ 364493 w 1908227"/>
                  <a:gd name="connsiteY107" fmla="*/ 1185287 h 1185326"/>
                  <a:gd name="connsiteX108" fmla="*/ 424419 w 1908227"/>
                  <a:gd name="connsiteY108" fmla="*/ 1185327 h 1185326"/>
                  <a:gd name="connsiteX109" fmla="*/ 1542342 w 1908227"/>
                  <a:gd name="connsiteY109" fmla="*/ 1185327 h 1185326"/>
                  <a:gd name="connsiteX110" fmla="*/ 1549462 w 1908227"/>
                  <a:gd name="connsiteY110" fmla="*/ 1185128 h 1185326"/>
                  <a:gd name="connsiteX111" fmla="*/ 1556583 w 1908227"/>
                  <a:gd name="connsiteY111" fmla="*/ 1184949 h 1185326"/>
                  <a:gd name="connsiteX112" fmla="*/ 1563703 w 1908227"/>
                  <a:gd name="connsiteY112" fmla="*/ 1184611 h 1185326"/>
                  <a:gd name="connsiteX113" fmla="*/ 1577904 w 1908227"/>
                  <a:gd name="connsiteY113" fmla="*/ 1183536 h 1185326"/>
                  <a:gd name="connsiteX114" fmla="*/ 1592046 w 1908227"/>
                  <a:gd name="connsiteY114" fmla="*/ 1181805 h 1185326"/>
                  <a:gd name="connsiteX115" fmla="*/ 1599106 w 1908227"/>
                  <a:gd name="connsiteY115" fmla="*/ 1180850 h 1185326"/>
                  <a:gd name="connsiteX116" fmla="*/ 1606107 w 1908227"/>
                  <a:gd name="connsiteY116" fmla="*/ 1179597 h 1185326"/>
                  <a:gd name="connsiteX117" fmla="*/ 1620070 w 1908227"/>
                  <a:gd name="connsiteY117" fmla="*/ 1176871 h 1185326"/>
                  <a:gd name="connsiteX118" fmla="*/ 1633933 w 1908227"/>
                  <a:gd name="connsiteY118" fmla="*/ 1173648 h 1185326"/>
                  <a:gd name="connsiteX119" fmla="*/ 1647617 w 1908227"/>
                  <a:gd name="connsiteY119" fmla="*/ 1169729 h 1185326"/>
                  <a:gd name="connsiteX120" fmla="*/ 1651038 w 1908227"/>
                  <a:gd name="connsiteY120" fmla="*/ 1168754 h 1185326"/>
                  <a:gd name="connsiteX121" fmla="*/ 1654399 w 1908227"/>
                  <a:gd name="connsiteY121" fmla="*/ 1167600 h 1185326"/>
                  <a:gd name="connsiteX122" fmla="*/ 1661141 w 1908227"/>
                  <a:gd name="connsiteY122" fmla="*/ 1165312 h 1185326"/>
                  <a:gd name="connsiteX123" fmla="*/ 1667884 w 1908227"/>
                  <a:gd name="connsiteY123" fmla="*/ 1163024 h 1185326"/>
                  <a:gd name="connsiteX124" fmla="*/ 1674507 w 1908227"/>
                  <a:gd name="connsiteY124" fmla="*/ 1160398 h 1185326"/>
                  <a:gd name="connsiteX125" fmla="*/ 1681130 w 1908227"/>
                  <a:gd name="connsiteY125" fmla="*/ 1157771 h 1185326"/>
                  <a:gd name="connsiteX126" fmla="*/ 1684432 w 1908227"/>
                  <a:gd name="connsiteY126" fmla="*/ 1156458 h 1185326"/>
                  <a:gd name="connsiteX127" fmla="*/ 1687674 w 1908227"/>
                  <a:gd name="connsiteY127" fmla="*/ 1154986 h 1185326"/>
                  <a:gd name="connsiteX128" fmla="*/ 1700642 w 1908227"/>
                  <a:gd name="connsiteY128" fmla="*/ 1149097 h 1185326"/>
                  <a:gd name="connsiteX129" fmla="*/ 1713311 w 1908227"/>
                  <a:gd name="connsiteY129" fmla="*/ 1142591 h 1185326"/>
                  <a:gd name="connsiteX130" fmla="*/ 1716474 w 1908227"/>
                  <a:gd name="connsiteY130" fmla="*/ 1140959 h 1185326"/>
                  <a:gd name="connsiteX131" fmla="*/ 1719557 w 1908227"/>
                  <a:gd name="connsiteY131" fmla="*/ 1139189 h 1185326"/>
                  <a:gd name="connsiteX132" fmla="*/ 1725722 w 1908227"/>
                  <a:gd name="connsiteY132" fmla="*/ 1135627 h 1185326"/>
                  <a:gd name="connsiteX133" fmla="*/ 1731888 w 1908227"/>
                  <a:gd name="connsiteY133" fmla="*/ 1132066 h 1185326"/>
                  <a:gd name="connsiteX134" fmla="*/ 1737875 w 1908227"/>
                  <a:gd name="connsiteY134" fmla="*/ 1128206 h 1185326"/>
                  <a:gd name="connsiteX135" fmla="*/ 1743861 w 1908227"/>
                  <a:gd name="connsiteY135" fmla="*/ 1124346 h 1185326"/>
                  <a:gd name="connsiteX136" fmla="*/ 1746865 w 1908227"/>
                  <a:gd name="connsiteY136" fmla="*/ 1122417 h 1185326"/>
                  <a:gd name="connsiteX137" fmla="*/ 1749768 w 1908227"/>
                  <a:gd name="connsiteY137" fmla="*/ 1120347 h 1185326"/>
                  <a:gd name="connsiteX138" fmla="*/ 1761344 w 1908227"/>
                  <a:gd name="connsiteY138" fmla="*/ 1112051 h 1185326"/>
                  <a:gd name="connsiteX139" fmla="*/ 1772522 w 1908227"/>
                  <a:gd name="connsiteY139" fmla="*/ 1103197 h 1185326"/>
                  <a:gd name="connsiteX140" fmla="*/ 1813753 w 1908227"/>
                  <a:gd name="connsiteY140" fmla="*/ 1063923 h 1185326"/>
                  <a:gd name="connsiteX141" fmla="*/ 1875648 w 1908227"/>
                  <a:gd name="connsiteY141" fmla="*/ 968722 h 1185326"/>
                  <a:gd name="connsiteX142" fmla="*/ 1886408 w 1908227"/>
                  <a:gd name="connsiteY142" fmla="*/ 942340 h 1185326"/>
                  <a:gd name="connsiteX143" fmla="*/ 1890943 w 1908227"/>
                  <a:gd name="connsiteY143" fmla="*/ 928831 h 1185326"/>
                  <a:gd name="connsiteX144" fmla="*/ 1892992 w 1908227"/>
                  <a:gd name="connsiteY144" fmla="*/ 922007 h 1185326"/>
                  <a:gd name="connsiteX145" fmla="*/ 1894921 w 1908227"/>
                  <a:gd name="connsiteY145" fmla="*/ 915143 h 1185326"/>
                  <a:gd name="connsiteX146" fmla="*/ 1896830 w 1908227"/>
                  <a:gd name="connsiteY146" fmla="*/ 908278 h 1185326"/>
                  <a:gd name="connsiteX147" fmla="*/ 1898422 w 1908227"/>
                  <a:gd name="connsiteY147" fmla="*/ 901335 h 1185326"/>
                  <a:gd name="connsiteX148" fmla="*/ 1900013 w 1908227"/>
                  <a:gd name="connsiteY148" fmla="*/ 894391 h 1185326"/>
                  <a:gd name="connsiteX149" fmla="*/ 1900808 w 1908227"/>
                  <a:gd name="connsiteY149" fmla="*/ 890909 h 1185326"/>
                  <a:gd name="connsiteX150" fmla="*/ 1901425 w 1908227"/>
                  <a:gd name="connsiteY150" fmla="*/ 887408 h 1185326"/>
                  <a:gd name="connsiteX151" fmla="*/ 1903911 w 1908227"/>
                  <a:gd name="connsiteY151" fmla="*/ 873361 h 1185326"/>
                  <a:gd name="connsiteX152" fmla="*/ 1905721 w 1908227"/>
                  <a:gd name="connsiteY152" fmla="*/ 859216 h 1185326"/>
                  <a:gd name="connsiteX153" fmla="*/ 1907034 w 1908227"/>
                  <a:gd name="connsiteY153" fmla="*/ 845010 h 1185326"/>
                  <a:gd name="connsiteX154" fmla="*/ 1907869 w 1908227"/>
                  <a:gd name="connsiteY154" fmla="*/ 830765 h 1185326"/>
                  <a:gd name="connsiteX155" fmla="*/ 1908227 w 1908227"/>
                  <a:gd name="connsiteY155" fmla="*/ 816499 h 1185326"/>
                  <a:gd name="connsiteX156" fmla="*/ 1907889 w 1908227"/>
                  <a:gd name="connsiteY156" fmla="*/ 802234 h 1185326"/>
                  <a:gd name="connsiteX157" fmla="*/ 1901365 w 1908227"/>
                  <a:gd name="connsiteY157" fmla="*/ 745631 h 1185326"/>
                  <a:gd name="connsiteX158" fmla="*/ 1783640 w 1908227"/>
                  <a:gd name="connsiteY158" fmla="*/ 1036885 h 1185326"/>
                  <a:gd name="connsiteX159" fmla="*/ 1746924 w 1908227"/>
                  <a:gd name="connsiteY159" fmla="*/ 1071842 h 1185326"/>
                  <a:gd name="connsiteX160" fmla="*/ 1736979 w 1908227"/>
                  <a:gd name="connsiteY160" fmla="*/ 1079720 h 1185326"/>
                  <a:gd name="connsiteX161" fmla="*/ 1726677 w 1908227"/>
                  <a:gd name="connsiteY161" fmla="*/ 1087102 h 1185326"/>
                  <a:gd name="connsiteX162" fmla="*/ 1724111 w 1908227"/>
                  <a:gd name="connsiteY162" fmla="*/ 1088952 h 1185326"/>
                  <a:gd name="connsiteX163" fmla="*/ 1721446 w 1908227"/>
                  <a:gd name="connsiteY163" fmla="*/ 1090663 h 1185326"/>
                  <a:gd name="connsiteX164" fmla="*/ 1716116 w 1908227"/>
                  <a:gd name="connsiteY164" fmla="*/ 1094085 h 1185326"/>
                  <a:gd name="connsiteX165" fmla="*/ 1710805 w 1908227"/>
                  <a:gd name="connsiteY165" fmla="*/ 1097527 h 1185326"/>
                  <a:gd name="connsiteX166" fmla="*/ 1705316 w 1908227"/>
                  <a:gd name="connsiteY166" fmla="*/ 1100690 h 1185326"/>
                  <a:gd name="connsiteX167" fmla="*/ 1699846 w 1908227"/>
                  <a:gd name="connsiteY167" fmla="*/ 1103874 h 1185326"/>
                  <a:gd name="connsiteX168" fmla="*/ 1697101 w 1908227"/>
                  <a:gd name="connsiteY168" fmla="*/ 1105465 h 1185326"/>
                  <a:gd name="connsiteX169" fmla="*/ 1694277 w 1908227"/>
                  <a:gd name="connsiteY169" fmla="*/ 1106898 h 1185326"/>
                  <a:gd name="connsiteX170" fmla="*/ 1683020 w 1908227"/>
                  <a:gd name="connsiteY170" fmla="*/ 1112687 h 1185326"/>
                  <a:gd name="connsiteX171" fmla="*/ 1671504 w 1908227"/>
                  <a:gd name="connsiteY171" fmla="*/ 1117920 h 1185326"/>
                  <a:gd name="connsiteX172" fmla="*/ 1668620 w 1908227"/>
                  <a:gd name="connsiteY172" fmla="*/ 1119233 h 1185326"/>
                  <a:gd name="connsiteX173" fmla="*/ 1665676 w 1908227"/>
                  <a:gd name="connsiteY173" fmla="*/ 1120387 h 1185326"/>
                  <a:gd name="connsiteX174" fmla="*/ 1659789 w 1908227"/>
                  <a:gd name="connsiteY174" fmla="*/ 1122715 h 1185326"/>
                  <a:gd name="connsiteX175" fmla="*/ 1653922 w 1908227"/>
                  <a:gd name="connsiteY175" fmla="*/ 1125063 h 1185326"/>
                  <a:gd name="connsiteX176" fmla="*/ 1647935 w 1908227"/>
                  <a:gd name="connsiteY176" fmla="*/ 1127092 h 1185326"/>
                  <a:gd name="connsiteX177" fmla="*/ 1641948 w 1908227"/>
                  <a:gd name="connsiteY177" fmla="*/ 1129141 h 1185326"/>
                  <a:gd name="connsiteX178" fmla="*/ 1638965 w 1908227"/>
                  <a:gd name="connsiteY178" fmla="*/ 1130176 h 1185326"/>
                  <a:gd name="connsiteX179" fmla="*/ 1635922 w 1908227"/>
                  <a:gd name="connsiteY179" fmla="*/ 1131031 h 1185326"/>
                  <a:gd name="connsiteX180" fmla="*/ 1623769 w 1908227"/>
                  <a:gd name="connsiteY180" fmla="*/ 1134513 h 1185326"/>
                  <a:gd name="connsiteX181" fmla="*/ 1611458 w 1908227"/>
                  <a:gd name="connsiteY181" fmla="*/ 1137378 h 1185326"/>
                  <a:gd name="connsiteX182" fmla="*/ 1599047 w 1908227"/>
                  <a:gd name="connsiteY182" fmla="*/ 1139805 h 1185326"/>
                  <a:gd name="connsiteX183" fmla="*/ 1592821 w 1908227"/>
                  <a:gd name="connsiteY183" fmla="*/ 1140939 h 1185326"/>
                  <a:gd name="connsiteX184" fmla="*/ 1586556 w 1908227"/>
                  <a:gd name="connsiteY184" fmla="*/ 1141795 h 1185326"/>
                  <a:gd name="connsiteX185" fmla="*/ 1573986 w 1908227"/>
                  <a:gd name="connsiteY185" fmla="*/ 1143347 h 1185326"/>
                  <a:gd name="connsiteX186" fmla="*/ 1561336 w 1908227"/>
                  <a:gd name="connsiteY186" fmla="*/ 1144302 h 1185326"/>
                  <a:gd name="connsiteX187" fmla="*/ 1554992 w 1908227"/>
                  <a:gd name="connsiteY187" fmla="*/ 1144600 h 1185326"/>
                  <a:gd name="connsiteX188" fmla="*/ 1548647 w 1908227"/>
                  <a:gd name="connsiteY188" fmla="*/ 1144759 h 1185326"/>
                  <a:gd name="connsiteX189" fmla="*/ 1542302 w 1908227"/>
                  <a:gd name="connsiteY189" fmla="*/ 1144939 h 1185326"/>
                  <a:gd name="connsiteX190" fmla="*/ 424499 w 1908227"/>
                  <a:gd name="connsiteY190" fmla="*/ 1144939 h 1185326"/>
                  <a:gd name="connsiteX191" fmla="*/ 364751 w 1908227"/>
                  <a:gd name="connsiteY191" fmla="*/ 1144899 h 1185326"/>
                  <a:gd name="connsiteX192" fmla="*/ 314232 w 1908227"/>
                  <a:gd name="connsiteY192" fmla="*/ 1140760 h 1185326"/>
                  <a:gd name="connsiteX193" fmla="*/ 218485 w 1908227"/>
                  <a:gd name="connsiteY193" fmla="*/ 1109345 h 1185326"/>
                  <a:gd name="connsiteX194" fmla="*/ 196388 w 1908227"/>
                  <a:gd name="connsiteY194" fmla="*/ 1097010 h 1185326"/>
                  <a:gd name="connsiteX195" fmla="*/ 185747 w 1908227"/>
                  <a:gd name="connsiteY195" fmla="*/ 1090146 h 1185326"/>
                  <a:gd name="connsiteX196" fmla="*/ 180536 w 1908227"/>
                  <a:gd name="connsiteY196" fmla="*/ 1086545 h 1185326"/>
                  <a:gd name="connsiteX197" fmla="*/ 175384 w 1908227"/>
                  <a:gd name="connsiteY197" fmla="*/ 1082844 h 1185326"/>
                  <a:gd name="connsiteX198" fmla="*/ 136819 w 1908227"/>
                  <a:gd name="connsiteY198" fmla="*/ 1049956 h 1185326"/>
                  <a:gd name="connsiteX199" fmla="*/ 45129 w 1908227"/>
                  <a:gd name="connsiteY199" fmla="*/ 872466 h 1185326"/>
                  <a:gd name="connsiteX200" fmla="*/ 40495 w 1908227"/>
                  <a:gd name="connsiteY200" fmla="*/ 821851 h 1185326"/>
                  <a:gd name="connsiteX201" fmla="*/ 43558 w 1908227"/>
                  <a:gd name="connsiteY201" fmla="*/ 771097 h 1185326"/>
                  <a:gd name="connsiteX202" fmla="*/ 45546 w 1908227"/>
                  <a:gd name="connsiteY202" fmla="*/ 758563 h 1185326"/>
                  <a:gd name="connsiteX203" fmla="*/ 47973 w 1908227"/>
                  <a:gd name="connsiteY203" fmla="*/ 746128 h 1185326"/>
                  <a:gd name="connsiteX204" fmla="*/ 50837 w 1908227"/>
                  <a:gd name="connsiteY204" fmla="*/ 733773 h 1185326"/>
                  <a:gd name="connsiteX205" fmla="*/ 54278 w 1908227"/>
                  <a:gd name="connsiteY205" fmla="*/ 721577 h 1185326"/>
                  <a:gd name="connsiteX206" fmla="*/ 72536 w 1908227"/>
                  <a:gd name="connsiteY206" fmla="*/ 674364 h 1185326"/>
                  <a:gd name="connsiteX207" fmla="*/ 129957 w 1908227"/>
                  <a:gd name="connsiteY207" fmla="*/ 591319 h 1185326"/>
                  <a:gd name="connsiteX208" fmla="*/ 209912 w 1908227"/>
                  <a:gd name="connsiteY208" fmla="*/ 529702 h 1185326"/>
                  <a:gd name="connsiteX209" fmla="*/ 256076 w 1908227"/>
                  <a:gd name="connsiteY209" fmla="*/ 509050 h 1185326"/>
                  <a:gd name="connsiteX210" fmla="*/ 268069 w 1908227"/>
                  <a:gd name="connsiteY210" fmla="*/ 504992 h 1185326"/>
                  <a:gd name="connsiteX211" fmla="*/ 280241 w 1908227"/>
                  <a:gd name="connsiteY211" fmla="*/ 501510 h 1185326"/>
                  <a:gd name="connsiteX212" fmla="*/ 292533 w 1908227"/>
                  <a:gd name="connsiteY212" fmla="*/ 498466 h 1185326"/>
                  <a:gd name="connsiteX213" fmla="*/ 304924 w 1908227"/>
                  <a:gd name="connsiteY213" fmla="*/ 495859 h 1185326"/>
                  <a:gd name="connsiteX214" fmla="*/ 355344 w 1908227"/>
                  <a:gd name="connsiteY214" fmla="*/ 490348 h 1185326"/>
                  <a:gd name="connsiteX215" fmla="*/ 361708 w 1908227"/>
                  <a:gd name="connsiteY215" fmla="*/ 490189 h 1185326"/>
                  <a:gd name="connsiteX216" fmla="*/ 364890 w 1908227"/>
                  <a:gd name="connsiteY216" fmla="*/ 490109 h 1185326"/>
                  <a:gd name="connsiteX217" fmla="*/ 366502 w 1908227"/>
                  <a:gd name="connsiteY217" fmla="*/ 490070 h 1185326"/>
                  <a:gd name="connsiteX218" fmla="*/ 447770 w 1908227"/>
                  <a:gd name="connsiteY218" fmla="*/ 490070 h 1185326"/>
                  <a:gd name="connsiteX219" fmla="*/ 469867 w 1908227"/>
                  <a:gd name="connsiteY219" fmla="*/ 488597 h 1185326"/>
                  <a:gd name="connsiteX220" fmla="*/ 489159 w 1908227"/>
                  <a:gd name="connsiteY220" fmla="*/ 482470 h 1185326"/>
                  <a:gd name="connsiteX221" fmla="*/ 521181 w 1908227"/>
                  <a:gd name="connsiteY221" fmla="*/ 456744 h 1185326"/>
                  <a:gd name="connsiteX222" fmla="*/ 526711 w 1908227"/>
                  <a:gd name="connsiteY222" fmla="*/ 448428 h 1185326"/>
                  <a:gd name="connsiteX223" fmla="*/ 528799 w 1908227"/>
                  <a:gd name="connsiteY223" fmla="*/ 443752 h 1185326"/>
                  <a:gd name="connsiteX224" fmla="*/ 530688 w 1908227"/>
                  <a:gd name="connsiteY224" fmla="*/ 438838 h 1185326"/>
                  <a:gd name="connsiteX225" fmla="*/ 534447 w 1908227"/>
                  <a:gd name="connsiteY225" fmla="*/ 429010 h 1185326"/>
                  <a:gd name="connsiteX226" fmla="*/ 535382 w 1908227"/>
                  <a:gd name="connsiteY226" fmla="*/ 426543 h 1185326"/>
                  <a:gd name="connsiteX227" fmla="*/ 535860 w 1908227"/>
                  <a:gd name="connsiteY227" fmla="*/ 425309 h 1185326"/>
                  <a:gd name="connsiteX228" fmla="*/ 536138 w 1908227"/>
                  <a:gd name="connsiteY228" fmla="*/ 423916 h 1185326"/>
                  <a:gd name="connsiteX229" fmla="*/ 537192 w 1908227"/>
                  <a:gd name="connsiteY229" fmla="*/ 418286 h 1185326"/>
                  <a:gd name="connsiteX230" fmla="*/ 538923 w 1908227"/>
                  <a:gd name="connsiteY230" fmla="*/ 409054 h 1185326"/>
                  <a:gd name="connsiteX231" fmla="*/ 539778 w 1908227"/>
                  <a:gd name="connsiteY231" fmla="*/ 404438 h 1185326"/>
                  <a:gd name="connsiteX232" fmla="*/ 540215 w 1908227"/>
                  <a:gd name="connsiteY232" fmla="*/ 402130 h 1185326"/>
                  <a:gd name="connsiteX233" fmla="*/ 540434 w 1908227"/>
                  <a:gd name="connsiteY233" fmla="*/ 400977 h 1185326"/>
                  <a:gd name="connsiteX234" fmla="*/ 540534 w 1908227"/>
                  <a:gd name="connsiteY234" fmla="*/ 400400 h 1185326"/>
                  <a:gd name="connsiteX235" fmla="*/ 540852 w 1908227"/>
                  <a:gd name="connsiteY235" fmla="*/ 398887 h 1185326"/>
                  <a:gd name="connsiteX236" fmla="*/ 540852 w 1908227"/>
                  <a:gd name="connsiteY236" fmla="*/ 398768 h 1185326"/>
                  <a:gd name="connsiteX237" fmla="*/ 542721 w 1908227"/>
                  <a:gd name="connsiteY237" fmla="*/ 391725 h 1185326"/>
                  <a:gd name="connsiteX238" fmla="*/ 544790 w 1908227"/>
                  <a:gd name="connsiteY238" fmla="*/ 384742 h 1185326"/>
                  <a:gd name="connsiteX239" fmla="*/ 547057 w 1908227"/>
                  <a:gd name="connsiteY239" fmla="*/ 377818 h 1185326"/>
                  <a:gd name="connsiteX240" fmla="*/ 558494 w 1908227"/>
                  <a:gd name="connsiteY240" fmla="*/ 351018 h 1185326"/>
                  <a:gd name="connsiteX241" fmla="*/ 573490 w 1908227"/>
                  <a:gd name="connsiteY241" fmla="*/ 326009 h 1185326"/>
                  <a:gd name="connsiteX242" fmla="*/ 582182 w 1908227"/>
                  <a:gd name="connsiteY242" fmla="*/ 314271 h 1185326"/>
                  <a:gd name="connsiteX243" fmla="*/ 591749 w 1908227"/>
                  <a:gd name="connsiteY243" fmla="*/ 303229 h 1185326"/>
                  <a:gd name="connsiteX244" fmla="*/ 608516 w 1908227"/>
                  <a:gd name="connsiteY244" fmla="*/ 286795 h 1185326"/>
                  <a:gd name="connsiteX245" fmla="*/ 627013 w 1908227"/>
                  <a:gd name="connsiteY245" fmla="*/ 272370 h 1185326"/>
                  <a:gd name="connsiteX246" fmla="*/ 646882 w 1908227"/>
                  <a:gd name="connsiteY246" fmla="*/ 259955 h 1185326"/>
                  <a:gd name="connsiteX247" fmla="*/ 668025 w 1908227"/>
                  <a:gd name="connsiteY247" fmla="*/ 249928 h 1185326"/>
                  <a:gd name="connsiteX248" fmla="*/ 759575 w 1908227"/>
                  <a:gd name="connsiteY248" fmla="*/ 234190 h 1185326"/>
                  <a:gd name="connsiteX249" fmla="*/ 786048 w 1908227"/>
                  <a:gd name="connsiteY249" fmla="*/ 237155 h 1185326"/>
                  <a:gd name="connsiteX250" fmla="*/ 799175 w 1908227"/>
                  <a:gd name="connsiteY250" fmla="*/ 239821 h 1185326"/>
                  <a:gd name="connsiteX251" fmla="*/ 805679 w 1908227"/>
                  <a:gd name="connsiteY251" fmla="*/ 241452 h 1185326"/>
                  <a:gd name="connsiteX252" fmla="*/ 806494 w 1908227"/>
                  <a:gd name="connsiteY252" fmla="*/ 241671 h 1185326"/>
                  <a:gd name="connsiteX253" fmla="*/ 807469 w 1908227"/>
                  <a:gd name="connsiteY253" fmla="*/ 241930 h 1185326"/>
                  <a:gd name="connsiteX254" fmla="*/ 808523 w 1908227"/>
                  <a:gd name="connsiteY254" fmla="*/ 242228 h 1185326"/>
                  <a:gd name="connsiteX255" fmla="*/ 812600 w 1908227"/>
                  <a:gd name="connsiteY255" fmla="*/ 243482 h 1185326"/>
                  <a:gd name="connsiteX256" fmla="*/ 820735 w 1908227"/>
                  <a:gd name="connsiteY256" fmla="*/ 246028 h 1185326"/>
                  <a:gd name="connsiteX257" fmla="*/ 828850 w 1908227"/>
                  <a:gd name="connsiteY257" fmla="*/ 248754 h 1185326"/>
                  <a:gd name="connsiteX258" fmla="*/ 832908 w 1908227"/>
                  <a:gd name="connsiteY258" fmla="*/ 250067 h 1185326"/>
                  <a:gd name="connsiteX259" fmla="*/ 836925 w 1908227"/>
                  <a:gd name="connsiteY259" fmla="*/ 250883 h 1185326"/>
                  <a:gd name="connsiteX260" fmla="*/ 840943 w 1908227"/>
                  <a:gd name="connsiteY260" fmla="*/ 251699 h 1185326"/>
                  <a:gd name="connsiteX261" fmla="*/ 842952 w 1908227"/>
                  <a:gd name="connsiteY261" fmla="*/ 252097 h 1185326"/>
                  <a:gd name="connsiteX262" fmla="*/ 844921 w 1908227"/>
                  <a:gd name="connsiteY262" fmla="*/ 252375 h 1185326"/>
                  <a:gd name="connsiteX263" fmla="*/ 852538 w 1908227"/>
                  <a:gd name="connsiteY263" fmla="*/ 252873 h 1185326"/>
                  <a:gd name="connsiteX264" fmla="*/ 860017 w 1908227"/>
                  <a:gd name="connsiteY264" fmla="*/ 252853 h 1185326"/>
                  <a:gd name="connsiteX265" fmla="*/ 867575 w 1908227"/>
                  <a:gd name="connsiteY265" fmla="*/ 252037 h 1185326"/>
                  <a:gd name="connsiteX266" fmla="*/ 882671 w 1908227"/>
                  <a:gd name="connsiteY266" fmla="*/ 248237 h 1185326"/>
                  <a:gd name="connsiteX267" fmla="*/ 909303 w 1908227"/>
                  <a:gd name="connsiteY267" fmla="*/ 232798 h 1185326"/>
                  <a:gd name="connsiteX268" fmla="*/ 910695 w 1908227"/>
                  <a:gd name="connsiteY268" fmla="*/ 231564 h 1185326"/>
                  <a:gd name="connsiteX269" fmla="*/ 912028 w 1908227"/>
                  <a:gd name="connsiteY269" fmla="*/ 230211 h 1185326"/>
                  <a:gd name="connsiteX270" fmla="*/ 914534 w 1908227"/>
                  <a:gd name="connsiteY270" fmla="*/ 227147 h 1185326"/>
                  <a:gd name="connsiteX271" fmla="*/ 919566 w 1908227"/>
                  <a:gd name="connsiteY271" fmla="*/ 221019 h 1185326"/>
                  <a:gd name="connsiteX272" fmla="*/ 929112 w 1908227"/>
                  <a:gd name="connsiteY272" fmla="*/ 207908 h 1185326"/>
                  <a:gd name="connsiteX273" fmla="*/ 935557 w 1908227"/>
                  <a:gd name="connsiteY273" fmla="*/ 196508 h 1185326"/>
                  <a:gd name="connsiteX274" fmla="*/ 938858 w 1908227"/>
                  <a:gd name="connsiteY274" fmla="*/ 190698 h 1185326"/>
                  <a:gd name="connsiteX275" fmla="*/ 939654 w 1908227"/>
                  <a:gd name="connsiteY275" fmla="*/ 189385 h 1185326"/>
                  <a:gd name="connsiteX276" fmla="*/ 939833 w 1908227"/>
                  <a:gd name="connsiteY276" fmla="*/ 189107 h 1185326"/>
                  <a:gd name="connsiteX277" fmla="*/ 940191 w 1908227"/>
                  <a:gd name="connsiteY277" fmla="*/ 188530 h 1185326"/>
                  <a:gd name="connsiteX278" fmla="*/ 940927 w 1908227"/>
                  <a:gd name="connsiteY278" fmla="*/ 187376 h 1185326"/>
                  <a:gd name="connsiteX279" fmla="*/ 946874 w 1908227"/>
                  <a:gd name="connsiteY279" fmla="*/ 178224 h 1185326"/>
                  <a:gd name="connsiteX280" fmla="*/ 953139 w 1908227"/>
                  <a:gd name="connsiteY280" fmla="*/ 169290 h 1185326"/>
                  <a:gd name="connsiteX281" fmla="*/ 959722 w 1908227"/>
                  <a:gd name="connsiteY281" fmla="*/ 160576 h 1185326"/>
                  <a:gd name="connsiteX282" fmla="*/ 988980 w 1908227"/>
                  <a:gd name="connsiteY282" fmla="*/ 128126 h 1185326"/>
                  <a:gd name="connsiteX283" fmla="*/ 1007775 w 1908227"/>
                  <a:gd name="connsiteY283" fmla="*/ 111354 h 1185326"/>
                  <a:gd name="connsiteX284" fmla="*/ 1027903 w 1908227"/>
                  <a:gd name="connsiteY284" fmla="*/ 96213 h 1185326"/>
                  <a:gd name="connsiteX285" fmla="*/ 1071381 w 1908227"/>
                  <a:gd name="connsiteY285" fmla="*/ 70946 h 1185326"/>
                  <a:gd name="connsiteX286" fmla="*/ 1118320 w 1908227"/>
                  <a:gd name="connsiteY286" fmla="*/ 53040 h 1185326"/>
                  <a:gd name="connsiteX287" fmla="*/ 1167566 w 1908227"/>
                  <a:gd name="connsiteY287" fmla="*/ 42992 h 1185326"/>
                  <a:gd name="connsiteX288" fmla="*/ 1217906 w 1908227"/>
                  <a:gd name="connsiteY288" fmla="*/ 40943 h 1185326"/>
                  <a:gd name="connsiteX289" fmla="*/ 1267809 w 1908227"/>
                  <a:gd name="connsiteY289" fmla="*/ 46852 h 1185326"/>
                  <a:gd name="connsiteX290" fmla="*/ 1361329 w 1908227"/>
                  <a:gd name="connsiteY290" fmla="*/ 82505 h 1185326"/>
                  <a:gd name="connsiteX291" fmla="*/ 1492519 w 1908227"/>
                  <a:gd name="connsiteY291" fmla="*/ 230808 h 1185326"/>
                  <a:gd name="connsiteX292" fmla="*/ 1516128 w 1908227"/>
                  <a:gd name="connsiteY292" fmla="*/ 328158 h 1185326"/>
                  <a:gd name="connsiteX293" fmla="*/ 1517202 w 1908227"/>
                  <a:gd name="connsiteY293" fmla="*/ 353346 h 1185326"/>
                  <a:gd name="connsiteX294" fmla="*/ 1516884 w 1908227"/>
                  <a:gd name="connsiteY294" fmla="*/ 365681 h 1185326"/>
                  <a:gd name="connsiteX295" fmla="*/ 1516724 w 1908227"/>
                  <a:gd name="connsiteY295" fmla="*/ 368825 h 1185326"/>
                  <a:gd name="connsiteX296" fmla="*/ 1516486 w 1908227"/>
                  <a:gd name="connsiteY296" fmla="*/ 372625 h 1185326"/>
                  <a:gd name="connsiteX297" fmla="*/ 1515113 w 1908227"/>
                  <a:gd name="connsiteY297" fmla="*/ 387607 h 1185326"/>
                  <a:gd name="connsiteX298" fmla="*/ 1514199 w 1908227"/>
                  <a:gd name="connsiteY298" fmla="*/ 395127 h 1185326"/>
                  <a:gd name="connsiteX299" fmla="*/ 1513721 w 1908227"/>
                  <a:gd name="connsiteY299" fmla="*/ 398887 h 1185326"/>
                  <a:gd name="connsiteX300" fmla="*/ 1513403 w 1908227"/>
                  <a:gd name="connsiteY300" fmla="*/ 402628 h 1185326"/>
                  <a:gd name="connsiteX301" fmla="*/ 1513144 w 1908227"/>
                  <a:gd name="connsiteY301" fmla="*/ 406348 h 1185326"/>
                  <a:gd name="connsiteX302" fmla="*/ 1513144 w 1908227"/>
                  <a:gd name="connsiteY302" fmla="*/ 409969 h 1185326"/>
                  <a:gd name="connsiteX303" fmla="*/ 1513522 w 1908227"/>
                  <a:gd name="connsiteY303" fmla="*/ 417032 h 1185326"/>
                  <a:gd name="connsiteX304" fmla="*/ 1519986 w 1908227"/>
                  <a:gd name="connsiteY304" fmla="*/ 442220 h 1185326"/>
                  <a:gd name="connsiteX305" fmla="*/ 1534545 w 1908227"/>
                  <a:gd name="connsiteY305" fmla="*/ 464961 h 1185326"/>
                  <a:gd name="connsiteX306" fmla="*/ 1554892 w 1908227"/>
                  <a:gd name="connsiteY306" fmla="*/ 481534 h 1185326"/>
                  <a:gd name="connsiteX307" fmla="*/ 1581325 w 1908227"/>
                  <a:gd name="connsiteY307" fmla="*/ 490527 h 1185326"/>
                  <a:gd name="connsiteX308" fmla="*/ 1584627 w 1908227"/>
                  <a:gd name="connsiteY308" fmla="*/ 491641 h 1185326"/>
                  <a:gd name="connsiteX309" fmla="*/ 1586278 w 1908227"/>
                  <a:gd name="connsiteY309" fmla="*/ 492199 h 1185326"/>
                  <a:gd name="connsiteX310" fmla="*/ 1588147 w 1908227"/>
                  <a:gd name="connsiteY310" fmla="*/ 492497 h 1185326"/>
                  <a:gd name="connsiteX311" fmla="*/ 1595646 w 1908227"/>
                  <a:gd name="connsiteY311" fmla="*/ 493691 h 1185326"/>
                  <a:gd name="connsiteX312" fmla="*/ 1609886 w 1908227"/>
                  <a:gd name="connsiteY312" fmla="*/ 496416 h 1185326"/>
                  <a:gd name="connsiteX313" fmla="*/ 1613765 w 1908227"/>
                  <a:gd name="connsiteY313" fmla="*/ 497212 h 1185326"/>
                  <a:gd name="connsiteX314" fmla="*/ 1616848 w 1908227"/>
                  <a:gd name="connsiteY314" fmla="*/ 497929 h 1185326"/>
                  <a:gd name="connsiteX315" fmla="*/ 1622974 w 1908227"/>
                  <a:gd name="connsiteY315" fmla="*/ 499500 h 1185326"/>
                  <a:gd name="connsiteX316" fmla="*/ 1629119 w 1908227"/>
                  <a:gd name="connsiteY316" fmla="*/ 501052 h 1185326"/>
                  <a:gd name="connsiteX317" fmla="*/ 1635166 w 1908227"/>
                  <a:gd name="connsiteY317" fmla="*/ 502883 h 1185326"/>
                  <a:gd name="connsiteX318" fmla="*/ 1682343 w 1908227"/>
                  <a:gd name="connsiteY318" fmla="*/ 521127 h 1185326"/>
                  <a:gd name="connsiteX319" fmla="*/ 1765501 w 1908227"/>
                  <a:gd name="connsiteY319" fmla="*/ 578467 h 1185326"/>
                  <a:gd name="connsiteX320" fmla="*/ 1827297 w 1908227"/>
                  <a:gd name="connsiteY320" fmla="*/ 658467 h 1185326"/>
                  <a:gd name="connsiteX321" fmla="*/ 1861646 w 1908227"/>
                  <a:gd name="connsiteY321" fmla="*/ 753430 h 1185326"/>
                  <a:gd name="connsiteX322" fmla="*/ 1867454 w 1908227"/>
                  <a:gd name="connsiteY322" fmla="*/ 803846 h 1185326"/>
                  <a:gd name="connsiteX323" fmla="*/ 1867752 w 1908227"/>
                  <a:gd name="connsiteY323" fmla="*/ 816579 h 1185326"/>
                  <a:gd name="connsiteX324" fmla="*/ 1867434 w 1908227"/>
                  <a:gd name="connsiteY324" fmla="*/ 829312 h 1185326"/>
                  <a:gd name="connsiteX325" fmla="*/ 1866698 w 1908227"/>
                  <a:gd name="connsiteY325" fmla="*/ 842026 h 1185326"/>
                  <a:gd name="connsiteX326" fmla="*/ 1865525 w 1908227"/>
                  <a:gd name="connsiteY326" fmla="*/ 854679 h 1185326"/>
                  <a:gd name="connsiteX327" fmla="*/ 1863933 w 1908227"/>
                  <a:gd name="connsiteY327" fmla="*/ 867293 h 1185326"/>
                  <a:gd name="connsiteX328" fmla="*/ 1861706 w 1908227"/>
                  <a:gd name="connsiteY328" fmla="*/ 879788 h 1185326"/>
                  <a:gd name="connsiteX329" fmla="*/ 1861169 w 1908227"/>
                  <a:gd name="connsiteY329" fmla="*/ 882911 h 1185326"/>
                  <a:gd name="connsiteX330" fmla="*/ 1860453 w 1908227"/>
                  <a:gd name="connsiteY330" fmla="*/ 885995 h 1185326"/>
                  <a:gd name="connsiteX331" fmla="*/ 1859041 w 1908227"/>
                  <a:gd name="connsiteY331" fmla="*/ 892183 h 1185326"/>
                  <a:gd name="connsiteX332" fmla="*/ 1857648 w 1908227"/>
                  <a:gd name="connsiteY332" fmla="*/ 898370 h 1185326"/>
                  <a:gd name="connsiteX333" fmla="*/ 1855938 w 1908227"/>
                  <a:gd name="connsiteY333" fmla="*/ 904478 h 1185326"/>
                  <a:gd name="connsiteX334" fmla="*/ 1854227 w 1908227"/>
                  <a:gd name="connsiteY334" fmla="*/ 910586 h 1185326"/>
                  <a:gd name="connsiteX335" fmla="*/ 1852398 w 1908227"/>
                  <a:gd name="connsiteY335" fmla="*/ 916655 h 1185326"/>
                  <a:gd name="connsiteX336" fmla="*/ 1848380 w 1908227"/>
                  <a:gd name="connsiteY336" fmla="*/ 928672 h 1185326"/>
                  <a:gd name="connsiteX337" fmla="*/ 1838813 w 1908227"/>
                  <a:gd name="connsiteY337" fmla="*/ 952149 h 1185326"/>
                  <a:gd name="connsiteX338" fmla="*/ 1783720 w 1908227"/>
                  <a:gd name="connsiteY338" fmla="*/ 1036924 h 1185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</a:cxnLst>
                <a:rect l="l" t="t" r="r" b="b"/>
                <a:pathLst>
                  <a:path w="1908227" h="1185326">
                    <a:moveTo>
                      <a:pt x="1901345" y="745651"/>
                    </a:moveTo>
                    <a:cubicBezTo>
                      <a:pt x="1894165" y="708326"/>
                      <a:pt x="1880899" y="672255"/>
                      <a:pt x="1862720" y="638890"/>
                    </a:cubicBezTo>
                    <a:cubicBezTo>
                      <a:pt x="1844382" y="605604"/>
                      <a:pt x="1820793" y="575243"/>
                      <a:pt x="1793286" y="549021"/>
                    </a:cubicBezTo>
                    <a:cubicBezTo>
                      <a:pt x="1765720" y="522838"/>
                      <a:pt x="1733996" y="501152"/>
                      <a:pt x="1699826" y="484578"/>
                    </a:cubicBezTo>
                    <a:cubicBezTo>
                      <a:pt x="1682761" y="476242"/>
                      <a:pt x="1664920" y="469517"/>
                      <a:pt x="1646761" y="464046"/>
                    </a:cubicBezTo>
                    <a:cubicBezTo>
                      <a:pt x="1644494" y="463370"/>
                      <a:pt x="1642227" y="462633"/>
                      <a:pt x="1639939" y="461977"/>
                    </a:cubicBezTo>
                    <a:lnTo>
                      <a:pt x="1633038" y="460206"/>
                    </a:lnTo>
                    <a:lnTo>
                      <a:pt x="1626136" y="458435"/>
                    </a:lnTo>
                    <a:cubicBezTo>
                      <a:pt x="1624982" y="458117"/>
                      <a:pt x="1623829" y="457839"/>
                      <a:pt x="1622675" y="457620"/>
                    </a:cubicBezTo>
                    <a:lnTo>
                      <a:pt x="1618936" y="456844"/>
                    </a:lnTo>
                    <a:cubicBezTo>
                      <a:pt x="1615774" y="456187"/>
                      <a:pt x="1612671" y="455511"/>
                      <a:pt x="1609349" y="454934"/>
                    </a:cubicBezTo>
                    <a:cubicBezTo>
                      <a:pt x="1606068" y="454337"/>
                      <a:pt x="1602746" y="453780"/>
                      <a:pt x="1599723" y="452944"/>
                    </a:cubicBezTo>
                    <a:lnTo>
                      <a:pt x="1581126" y="448408"/>
                    </a:lnTo>
                    <a:cubicBezTo>
                      <a:pt x="1578302" y="447453"/>
                      <a:pt x="1575498" y="446200"/>
                      <a:pt x="1572852" y="444568"/>
                    </a:cubicBezTo>
                    <a:cubicBezTo>
                      <a:pt x="1570187" y="442957"/>
                      <a:pt x="1567761" y="440927"/>
                      <a:pt x="1565533" y="438699"/>
                    </a:cubicBezTo>
                    <a:cubicBezTo>
                      <a:pt x="1561078" y="434202"/>
                      <a:pt x="1557816" y="428492"/>
                      <a:pt x="1556046" y="422544"/>
                    </a:cubicBezTo>
                    <a:cubicBezTo>
                      <a:pt x="1554216" y="416495"/>
                      <a:pt x="1554415" y="410646"/>
                      <a:pt x="1554455" y="404279"/>
                    </a:cubicBezTo>
                    <a:cubicBezTo>
                      <a:pt x="1554534" y="401096"/>
                      <a:pt x="1554654" y="397853"/>
                      <a:pt x="1554992" y="394550"/>
                    </a:cubicBezTo>
                    <a:cubicBezTo>
                      <a:pt x="1555270" y="391267"/>
                      <a:pt x="1555728" y="387925"/>
                      <a:pt x="1556026" y="384622"/>
                    </a:cubicBezTo>
                    <a:cubicBezTo>
                      <a:pt x="1556364" y="381320"/>
                      <a:pt x="1556623" y="377997"/>
                      <a:pt x="1556861" y="374694"/>
                    </a:cubicBezTo>
                    <a:lnTo>
                      <a:pt x="1557100" y="370934"/>
                    </a:lnTo>
                    <a:lnTo>
                      <a:pt x="1557279" y="367392"/>
                    </a:lnTo>
                    <a:cubicBezTo>
                      <a:pt x="1557498" y="362657"/>
                      <a:pt x="1557617" y="357942"/>
                      <a:pt x="1557637" y="353266"/>
                    </a:cubicBezTo>
                    <a:cubicBezTo>
                      <a:pt x="1557378" y="343796"/>
                      <a:pt x="1557378" y="334286"/>
                      <a:pt x="1556444" y="324835"/>
                    </a:cubicBezTo>
                    <a:cubicBezTo>
                      <a:pt x="1553739" y="286974"/>
                      <a:pt x="1544311" y="249769"/>
                      <a:pt x="1529752" y="214792"/>
                    </a:cubicBezTo>
                    <a:cubicBezTo>
                      <a:pt x="1500037" y="145057"/>
                      <a:pt x="1447430" y="85052"/>
                      <a:pt x="1381596" y="47290"/>
                    </a:cubicBezTo>
                    <a:cubicBezTo>
                      <a:pt x="1348898" y="28070"/>
                      <a:pt x="1312898" y="14780"/>
                      <a:pt x="1275824" y="6981"/>
                    </a:cubicBezTo>
                    <a:cubicBezTo>
                      <a:pt x="1238671" y="-321"/>
                      <a:pt x="1200284" y="-2092"/>
                      <a:pt x="1162654" y="2604"/>
                    </a:cubicBezTo>
                    <a:cubicBezTo>
                      <a:pt x="1143838" y="4912"/>
                      <a:pt x="1125202" y="8652"/>
                      <a:pt x="1107003" y="13964"/>
                    </a:cubicBezTo>
                    <a:cubicBezTo>
                      <a:pt x="1088824" y="19296"/>
                      <a:pt x="1071063" y="26081"/>
                      <a:pt x="1053938" y="34218"/>
                    </a:cubicBezTo>
                    <a:cubicBezTo>
                      <a:pt x="1036794" y="42296"/>
                      <a:pt x="1020425" y="51985"/>
                      <a:pt x="1004811" y="62749"/>
                    </a:cubicBezTo>
                    <a:cubicBezTo>
                      <a:pt x="996975" y="68101"/>
                      <a:pt x="989497" y="73910"/>
                      <a:pt x="982098" y="79839"/>
                    </a:cubicBezTo>
                    <a:cubicBezTo>
                      <a:pt x="974838" y="85927"/>
                      <a:pt x="967658" y="92135"/>
                      <a:pt x="960876" y="98780"/>
                    </a:cubicBezTo>
                    <a:cubicBezTo>
                      <a:pt x="949022" y="110200"/>
                      <a:pt x="937963" y="122456"/>
                      <a:pt x="927820" y="135428"/>
                    </a:cubicBezTo>
                    <a:cubicBezTo>
                      <a:pt x="925234" y="138631"/>
                      <a:pt x="922808" y="141954"/>
                      <a:pt x="920381" y="145276"/>
                    </a:cubicBezTo>
                    <a:cubicBezTo>
                      <a:pt x="917895" y="148559"/>
                      <a:pt x="915627" y="152001"/>
                      <a:pt x="913300" y="155383"/>
                    </a:cubicBezTo>
                    <a:cubicBezTo>
                      <a:pt x="910914" y="158746"/>
                      <a:pt x="908805" y="162267"/>
                      <a:pt x="906578" y="165729"/>
                    </a:cubicBezTo>
                    <a:lnTo>
                      <a:pt x="904728" y="168674"/>
                    </a:lnTo>
                    <a:lnTo>
                      <a:pt x="902540" y="172454"/>
                    </a:lnTo>
                    <a:lnTo>
                      <a:pt x="898204" y="179955"/>
                    </a:lnTo>
                    <a:cubicBezTo>
                      <a:pt x="896375" y="183317"/>
                      <a:pt x="894286" y="186182"/>
                      <a:pt x="892297" y="189226"/>
                    </a:cubicBezTo>
                    <a:lnTo>
                      <a:pt x="889294" y="193742"/>
                    </a:lnTo>
                    <a:cubicBezTo>
                      <a:pt x="888299" y="195254"/>
                      <a:pt x="887305" y="196786"/>
                      <a:pt x="886191" y="198080"/>
                    </a:cubicBezTo>
                    <a:cubicBezTo>
                      <a:pt x="881736" y="203451"/>
                      <a:pt x="875570" y="207749"/>
                      <a:pt x="868708" y="210057"/>
                    </a:cubicBezTo>
                    <a:cubicBezTo>
                      <a:pt x="861827" y="212405"/>
                      <a:pt x="854448" y="212683"/>
                      <a:pt x="847685" y="211072"/>
                    </a:cubicBezTo>
                    <a:lnTo>
                      <a:pt x="842514" y="209957"/>
                    </a:lnTo>
                    <a:cubicBezTo>
                      <a:pt x="840764" y="209540"/>
                      <a:pt x="838974" y="209022"/>
                      <a:pt x="837204" y="208565"/>
                    </a:cubicBezTo>
                    <a:cubicBezTo>
                      <a:pt x="833663" y="207709"/>
                      <a:pt x="830043" y="206356"/>
                      <a:pt x="826463" y="205262"/>
                    </a:cubicBezTo>
                    <a:lnTo>
                      <a:pt x="821053" y="203650"/>
                    </a:lnTo>
                    <a:lnTo>
                      <a:pt x="818349" y="202855"/>
                    </a:lnTo>
                    <a:lnTo>
                      <a:pt x="816041" y="202238"/>
                    </a:lnTo>
                    <a:cubicBezTo>
                      <a:pt x="813496" y="201541"/>
                      <a:pt x="810930" y="200925"/>
                      <a:pt x="808364" y="200308"/>
                    </a:cubicBezTo>
                    <a:cubicBezTo>
                      <a:pt x="803233" y="199114"/>
                      <a:pt x="798061" y="198020"/>
                      <a:pt x="792870" y="197144"/>
                    </a:cubicBezTo>
                    <a:cubicBezTo>
                      <a:pt x="782488" y="195314"/>
                      <a:pt x="772006" y="194200"/>
                      <a:pt x="761505" y="193643"/>
                    </a:cubicBezTo>
                    <a:cubicBezTo>
                      <a:pt x="724391" y="191952"/>
                      <a:pt x="686860" y="198080"/>
                      <a:pt x="652571" y="212385"/>
                    </a:cubicBezTo>
                    <a:cubicBezTo>
                      <a:pt x="643939" y="215807"/>
                      <a:pt x="635645" y="220005"/>
                      <a:pt x="627410" y="224322"/>
                    </a:cubicBezTo>
                    <a:cubicBezTo>
                      <a:pt x="619335" y="228918"/>
                      <a:pt x="611320" y="233653"/>
                      <a:pt x="603782" y="239065"/>
                    </a:cubicBezTo>
                    <a:cubicBezTo>
                      <a:pt x="596105" y="244297"/>
                      <a:pt x="588905" y="250206"/>
                      <a:pt x="581804" y="256195"/>
                    </a:cubicBezTo>
                    <a:cubicBezTo>
                      <a:pt x="574902" y="262422"/>
                      <a:pt x="568120" y="268789"/>
                      <a:pt x="561895" y="275713"/>
                    </a:cubicBezTo>
                    <a:cubicBezTo>
                      <a:pt x="557897" y="279911"/>
                      <a:pt x="554277" y="284407"/>
                      <a:pt x="550558" y="288844"/>
                    </a:cubicBezTo>
                    <a:cubicBezTo>
                      <a:pt x="547037" y="293440"/>
                      <a:pt x="543457" y="297976"/>
                      <a:pt x="540215" y="302771"/>
                    </a:cubicBezTo>
                    <a:cubicBezTo>
                      <a:pt x="533632" y="312261"/>
                      <a:pt x="527566" y="322150"/>
                      <a:pt x="522394" y="332495"/>
                    </a:cubicBezTo>
                    <a:cubicBezTo>
                      <a:pt x="517203" y="342821"/>
                      <a:pt x="512470" y="353406"/>
                      <a:pt x="508790" y="364368"/>
                    </a:cubicBezTo>
                    <a:cubicBezTo>
                      <a:pt x="507756" y="367074"/>
                      <a:pt x="506940" y="369840"/>
                      <a:pt x="506085" y="372605"/>
                    </a:cubicBezTo>
                    <a:cubicBezTo>
                      <a:pt x="505250" y="375371"/>
                      <a:pt x="504295" y="378096"/>
                      <a:pt x="503639" y="380922"/>
                    </a:cubicBezTo>
                    <a:lnTo>
                      <a:pt x="501451" y="389318"/>
                    </a:lnTo>
                    <a:lnTo>
                      <a:pt x="498925" y="401832"/>
                    </a:lnTo>
                    <a:cubicBezTo>
                      <a:pt x="498050" y="406905"/>
                      <a:pt x="496638" y="411342"/>
                      <a:pt x="495464" y="416057"/>
                    </a:cubicBezTo>
                    <a:cubicBezTo>
                      <a:pt x="494808" y="418346"/>
                      <a:pt x="494311" y="420793"/>
                      <a:pt x="493535" y="422961"/>
                    </a:cubicBezTo>
                    <a:cubicBezTo>
                      <a:pt x="492819" y="425150"/>
                      <a:pt x="491765" y="427259"/>
                      <a:pt x="490611" y="429308"/>
                    </a:cubicBezTo>
                    <a:cubicBezTo>
                      <a:pt x="485858" y="437545"/>
                      <a:pt x="477604" y="443991"/>
                      <a:pt x="468574" y="446737"/>
                    </a:cubicBezTo>
                    <a:cubicBezTo>
                      <a:pt x="464059" y="448110"/>
                      <a:pt x="459464" y="448488"/>
                      <a:pt x="454651" y="449025"/>
                    </a:cubicBezTo>
                    <a:cubicBezTo>
                      <a:pt x="449818" y="449423"/>
                      <a:pt x="444826" y="449542"/>
                      <a:pt x="439814" y="449502"/>
                    </a:cubicBezTo>
                    <a:lnTo>
                      <a:pt x="368311" y="449502"/>
                    </a:lnTo>
                    <a:cubicBezTo>
                      <a:pt x="363359" y="449522"/>
                      <a:pt x="358745" y="449721"/>
                      <a:pt x="353951" y="449821"/>
                    </a:cubicBezTo>
                    <a:cubicBezTo>
                      <a:pt x="334957" y="450537"/>
                      <a:pt x="315982" y="452308"/>
                      <a:pt x="297346" y="456028"/>
                    </a:cubicBezTo>
                    <a:cubicBezTo>
                      <a:pt x="292652" y="456744"/>
                      <a:pt x="288038" y="457898"/>
                      <a:pt x="283404" y="458973"/>
                    </a:cubicBezTo>
                    <a:cubicBezTo>
                      <a:pt x="278789" y="460047"/>
                      <a:pt x="274135" y="461002"/>
                      <a:pt x="269581" y="462415"/>
                    </a:cubicBezTo>
                    <a:cubicBezTo>
                      <a:pt x="265026" y="463728"/>
                      <a:pt x="260431" y="464941"/>
                      <a:pt x="255897" y="466354"/>
                    </a:cubicBezTo>
                    <a:lnTo>
                      <a:pt x="242412" y="470910"/>
                    </a:lnTo>
                    <a:cubicBezTo>
                      <a:pt x="224571" y="477376"/>
                      <a:pt x="207188" y="485155"/>
                      <a:pt x="190480" y="494168"/>
                    </a:cubicBezTo>
                    <a:cubicBezTo>
                      <a:pt x="157285" y="512552"/>
                      <a:pt x="126616" y="535730"/>
                      <a:pt x="100580" y="563445"/>
                    </a:cubicBezTo>
                    <a:cubicBezTo>
                      <a:pt x="74267" y="590881"/>
                      <a:pt x="52707" y="622695"/>
                      <a:pt x="36039" y="656816"/>
                    </a:cubicBezTo>
                    <a:cubicBezTo>
                      <a:pt x="27905" y="673986"/>
                      <a:pt x="21063" y="691733"/>
                      <a:pt x="15514" y="709898"/>
                    </a:cubicBezTo>
                    <a:lnTo>
                      <a:pt x="11635" y="723606"/>
                    </a:lnTo>
                    <a:cubicBezTo>
                      <a:pt x="10482" y="728202"/>
                      <a:pt x="9487" y="732858"/>
                      <a:pt x="8413" y="737473"/>
                    </a:cubicBezTo>
                    <a:cubicBezTo>
                      <a:pt x="7240" y="742089"/>
                      <a:pt x="6524" y="746785"/>
                      <a:pt x="5688" y="751460"/>
                    </a:cubicBezTo>
                    <a:cubicBezTo>
                      <a:pt x="4873" y="756136"/>
                      <a:pt x="3938" y="760791"/>
                      <a:pt x="3441" y="765526"/>
                    </a:cubicBezTo>
                    <a:cubicBezTo>
                      <a:pt x="636" y="784328"/>
                      <a:pt x="-139" y="803408"/>
                      <a:pt x="20" y="822428"/>
                    </a:cubicBezTo>
                    <a:cubicBezTo>
                      <a:pt x="99" y="841469"/>
                      <a:pt x="2148" y="860429"/>
                      <a:pt x="5211" y="879191"/>
                    </a:cubicBezTo>
                    <a:cubicBezTo>
                      <a:pt x="6086" y="883866"/>
                      <a:pt x="6742" y="888582"/>
                      <a:pt x="7796" y="893197"/>
                    </a:cubicBezTo>
                    <a:lnTo>
                      <a:pt x="10979" y="907085"/>
                    </a:lnTo>
                    <a:cubicBezTo>
                      <a:pt x="12093" y="911701"/>
                      <a:pt x="13505" y="916237"/>
                      <a:pt x="14758" y="920833"/>
                    </a:cubicBezTo>
                    <a:cubicBezTo>
                      <a:pt x="15434" y="923101"/>
                      <a:pt x="15971" y="925429"/>
                      <a:pt x="16747" y="927677"/>
                    </a:cubicBezTo>
                    <a:lnTo>
                      <a:pt x="19014" y="934422"/>
                    </a:lnTo>
                    <a:cubicBezTo>
                      <a:pt x="21858" y="943494"/>
                      <a:pt x="25498" y="952268"/>
                      <a:pt x="28999" y="961102"/>
                    </a:cubicBezTo>
                    <a:lnTo>
                      <a:pt x="34826" y="974114"/>
                    </a:lnTo>
                    <a:cubicBezTo>
                      <a:pt x="35741" y="976302"/>
                      <a:pt x="36875" y="978411"/>
                      <a:pt x="37949" y="980520"/>
                    </a:cubicBezTo>
                    <a:lnTo>
                      <a:pt x="41171" y="986867"/>
                    </a:lnTo>
                    <a:cubicBezTo>
                      <a:pt x="49982" y="1003699"/>
                      <a:pt x="59807" y="1020013"/>
                      <a:pt x="71124" y="1035313"/>
                    </a:cubicBezTo>
                    <a:cubicBezTo>
                      <a:pt x="82421" y="1050593"/>
                      <a:pt x="94812" y="1065057"/>
                      <a:pt x="108198" y="1078546"/>
                    </a:cubicBezTo>
                    <a:cubicBezTo>
                      <a:pt x="121623" y="1091996"/>
                      <a:pt x="136222" y="1104252"/>
                      <a:pt x="151517" y="1115493"/>
                    </a:cubicBezTo>
                    <a:lnTo>
                      <a:pt x="157305" y="1119631"/>
                    </a:lnTo>
                    <a:cubicBezTo>
                      <a:pt x="159234" y="1121004"/>
                      <a:pt x="161144" y="1122436"/>
                      <a:pt x="163152" y="1123690"/>
                    </a:cubicBezTo>
                    <a:lnTo>
                      <a:pt x="175126" y="1131409"/>
                    </a:lnTo>
                    <a:cubicBezTo>
                      <a:pt x="183320" y="1136204"/>
                      <a:pt x="191455" y="1141119"/>
                      <a:pt x="199988" y="1145297"/>
                    </a:cubicBezTo>
                    <a:cubicBezTo>
                      <a:pt x="233720" y="1162765"/>
                      <a:pt x="270297" y="1174484"/>
                      <a:pt x="307748" y="1180631"/>
                    </a:cubicBezTo>
                    <a:cubicBezTo>
                      <a:pt x="326524" y="1183496"/>
                      <a:pt x="345478" y="1185188"/>
                      <a:pt x="364493" y="1185287"/>
                    </a:cubicBezTo>
                    <a:lnTo>
                      <a:pt x="424419" y="1185327"/>
                    </a:lnTo>
                    <a:lnTo>
                      <a:pt x="1542342" y="1185327"/>
                    </a:lnTo>
                    <a:lnTo>
                      <a:pt x="1549462" y="1185128"/>
                    </a:lnTo>
                    <a:lnTo>
                      <a:pt x="1556583" y="1184949"/>
                    </a:lnTo>
                    <a:cubicBezTo>
                      <a:pt x="1558950" y="1184909"/>
                      <a:pt x="1561336" y="1184849"/>
                      <a:pt x="1563703" y="1184611"/>
                    </a:cubicBezTo>
                    <a:lnTo>
                      <a:pt x="1577904" y="1183536"/>
                    </a:lnTo>
                    <a:cubicBezTo>
                      <a:pt x="1582638" y="1183079"/>
                      <a:pt x="1587332" y="1182362"/>
                      <a:pt x="1592046" y="1181805"/>
                    </a:cubicBezTo>
                    <a:cubicBezTo>
                      <a:pt x="1594393" y="1181467"/>
                      <a:pt x="1596759" y="1181268"/>
                      <a:pt x="1599106" y="1180850"/>
                    </a:cubicBezTo>
                    <a:lnTo>
                      <a:pt x="1606107" y="1179597"/>
                    </a:lnTo>
                    <a:cubicBezTo>
                      <a:pt x="1610762" y="1178702"/>
                      <a:pt x="1615475" y="1178065"/>
                      <a:pt x="1620070" y="1176871"/>
                    </a:cubicBezTo>
                    <a:lnTo>
                      <a:pt x="1633933" y="1173648"/>
                    </a:lnTo>
                    <a:lnTo>
                      <a:pt x="1647617" y="1169729"/>
                    </a:lnTo>
                    <a:lnTo>
                      <a:pt x="1651038" y="1168754"/>
                    </a:lnTo>
                    <a:lnTo>
                      <a:pt x="1654399" y="1167600"/>
                    </a:lnTo>
                    <a:lnTo>
                      <a:pt x="1661141" y="1165312"/>
                    </a:lnTo>
                    <a:lnTo>
                      <a:pt x="1667884" y="1163024"/>
                    </a:lnTo>
                    <a:lnTo>
                      <a:pt x="1674507" y="1160398"/>
                    </a:lnTo>
                    <a:lnTo>
                      <a:pt x="1681130" y="1157771"/>
                    </a:lnTo>
                    <a:lnTo>
                      <a:pt x="1684432" y="1156458"/>
                    </a:lnTo>
                    <a:lnTo>
                      <a:pt x="1687674" y="1154986"/>
                    </a:lnTo>
                    <a:lnTo>
                      <a:pt x="1700642" y="1149097"/>
                    </a:lnTo>
                    <a:lnTo>
                      <a:pt x="1713311" y="1142591"/>
                    </a:lnTo>
                    <a:lnTo>
                      <a:pt x="1716474" y="1140959"/>
                    </a:lnTo>
                    <a:lnTo>
                      <a:pt x="1719557" y="1139189"/>
                    </a:lnTo>
                    <a:lnTo>
                      <a:pt x="1725722" y="1135627"/>
                    </a:lnTo>
                    <a:lnTo>
                      <a:pt x="1731888" y="1132066"/>
                    </a:lnTo>
                    <a:lnTo>
                      <a:pt x="1737875" y="1128206"/>
                    </a:lnTo>
                    <a:lnTo>
                      <a:pt x="1743861" y="1124346"/>
                    </a:lnTo>
                    <a:lnTo>
                      <a:pt x="1746865" y="1122417"/>
                    </a:lnTo>
                    <a:lnTo>
                      <a:pt x="1749768" y="1120347"/>
                    </a:lnTo>
                    <a:lnTo>
                      <a:pt x="1761344" y="1112051"/>
                    </a:lnTo>
                    <a:lnTo>
                      <a:pt x="1772522" y="1103197"/>
                    </a:lnTo>
                    <a:cubicBezTo>
                      <a:pt x="1787200" y="1091121"/>
                      <a:pt x="1800984" y="1077989"/>
                      <a:pt x="1813753" y="1063923"/>
                    </a:cubicBezTo>
                    <a:cubicBezTo>
                      <a:pt x="1838972" y="1035512"/>
                      <a:pt x="1860234" y="1003460"/>
                      <a:pt x="1875648" y="968722"/>
                    </a:cubicBezTo>
                    <a:cubicBezTo>
                      <a:pt x="1879706" y="960127"/>
                      <a:pt x="1882988" y="951194"/>
                      <a:pt x="1886408" y="942340"/>
                    </a:cubicBezTo>
                    <a:lnTo>
                      <a:pt x="1890943" y="928831"/>
                    </a:lnTo>
                    <a:cubicBezTo>
                      <a:pt x="1891759" y="926602"/>
                      <a:pt x="1892355" y="924295"/>
                      <a:pt x="1892992" y="922007"/>
                    </a:cubicBezTo>
                    <a:lnTo>
                      <a:pt x="1894921" y="915143"/>
                    </a:lnTo>
                    <a:cubicBezTo>
                      <a:pt x="1895558" y="912855"/>
                      <a:pt x="1896234" y="910586"/>
                      <a:pt x="1896830" y="908278"/>
                    </a:cubicBezTo>
                    <a:lnTo>
                      <a:pt x="1898422" y="901335"/>
                    </a:lnTo>
                    <a:lnTo>
                      <a:pt x="1900013" y="894391"/>
                    </a:lnTo>
                    <a:lnTo>
                      <a:pt x="1900808" y="890909"/>
                    </a:lnTo>
                    <a:lnTo>
                      <a:pt x="1901425" y="887408"/>
                    </a:lnTo>
                    <a:lnTo>
                      <a:pt x="1903911" y="873361"/>
                    </a:lnTo>
                    <a:lnTo>
                      <a:pt x="1905721" y="859216"/>
                    </a:lnTo>
                    <a:cubicBezTo>
                      <a:pt x="1906417" y="854520"/>
                      <a:pt x="1906656" y="849765"/>
                      <a:pt x="1907034" y="845010"/>
                    </a:cubicBezTo>
                    <a:cubicBezTo>
                      <a:pt x="1907372" y="840275"/>
                      <a:pt x="1907869" y="835540"/>
                      <a:pt x="1907869" y="830765"/>
                    </a:cubicBezTo>
                    <a:lnTo>
                      <a:pt x="1908227" y="816499"/>
                    </a:lnTo>
                    <a:lnTo>
                      <a:pt x="1907889" y="802234"/>
                    </a:lnTo>
                    <a:cubicBezTo>
                      <a:pt x="1907093" y="783234"/>
                      <a:pt x="1904945" y="764293"/>
                      <a:pt x="1901365" y="745631"/>
                    </a:cubicBezTo>
                    <a:close/>
                    <a:moveTo>
                      <a:pt x="1783640" y="1036885"/>
                    </a:moveTo>
                    <a:cubicBezTo>
                      <a:pt x="1772263" y="1049399"/>
                      <a:pt x="1759972" y="1061098"/>
                      <a:pt x="1746924" y="1071842"/>
                    </a:cubicBezTo>
                    <a:lnTo>
                      <a:pt x="1736979" y="1079720"/>
                    </a:lnTo>
                    <a:lnTo>
                      <a:pt x="1726677" y="1087102"/>
                    </a:lnTo>
                    <a:lnTo>
                      <a:pt x="1724111" y="1088952"/>
                    </a:lnTo>
                    <a:lnTo>
                      <a:pt x="1721446" y="1090663"/>
                    </a:lnTo>
                    <a:lnTo>
                      <a:pt x="1716116" y="1094085"/>
                    </a:lnTo>
                    <a:lnTo>
                      <a:pt x="1710805" y="1097527"/>
                    </a:lnTo>
                    <a:lnTo>
                      <a:pt x="1705316" y="1100690"/>
                    </a:lnTo>
                    <a:lnTo>
                      <a:pt x="1699846" y="1103874"/>
                    </a:lnTo>
                    <a:lnTo>
                      <a:pt x="1697101" y="1105465"/>
                    </a:lnTo>
                    <a:lnTo>
                      <a:pt x="1694277" y="1106898"/>
                    </a:lnTo>
                    <a:lnTo>
                      <a:pt x="1683020" y="1112687"/>
                    </a:lnTo>
                    <a:lnTo>
                      <a:pt x="1671504" y="1117920"/>
                    </a:lnTo>
                    <a:lnTo>
                      <a:pt x="1668620" y="1119233"/>
                    </a:lnTo>
                    <a:lnTo>
                      <a:pt x="1665676" y="1120387"/>
                    </a:lnTo>
                    <a:lnTo>
                      <a:pt x="1659789" y="1122715"/>
                    </a:lnTo>
                    <a:lnTo>
                      <a:pt x="1653922" y="1125063"/>
                    </a:lnTo>
                    <a:lnTo>
                      <a:pt x="1647935" y="1127092"/>
                    </a:lnTo>
                    <a:lnTo>
                      <a:pt x="1641948" y="1129141"/>
                    </a:lnTo>
                    <a:lnTo>
                      <a:pt x="1638965" y="1130176"/>
                    </a:lnTo>
                    <a:lnTo>
                      <a:pt x="1635922" y="1131031"/>
                    </a:lnTo>
                    <a:lnTo>
                      <a:pt x="1623769" y="1134513"/>
                    </a:lnTo>
                    <a:lnTo>
                      <a:pt x="1611458" y="1137378"/>
                    </a:lnTo>
                    <a:cubicBezTo>
                      <a:pt x="1607380" y="1138452"/>
                      <a:pt x="1603184" y="1139010"/>
                      <a:pt x="1599047" y="1139805"/>
                    </a:cubicBezTo>
                    <a:lnTo>
                      <a:pt x="1592821" y="1140939"/>
                    </a:lnTo>
                    <a:cubicBezTo>
                      <a:pt x="1590753" y="1141337"/>
                      <a:pt x="1588645" y="1141497"/>
                      <a:pt x="1586556" y="1141795"/>
                    </a:cubicBezTo>
                    <a:cubicBezTo>
                      <a:pt x="1582359" y="1142292"/>
                      <a:pt x="1578183" y="1142949"/>
                      <a:pt x="1573986" y="1143347"/>
                    </a:cubicBezTo>
                    <a:lnTo>
                      <a:pt x="1561336" y="1144302"/>
                    </a:lnTo>
                    <a:cubicBezTo>
                      <a:pt x="1559228" y="1144521"/>
                      <a:pt x="1557120" y="1144560"/>
                      <a:pt x="1554992" y="1144600"/>
                    </a:cubicBezTo>
                    <a:lnTo>
                      <a:pt x="1548647" y="1144759"/>
                    </a:lnTo>
                    <a:lnTo>
                      <a:pt x="1542302" y="1144939"/>
                    </a:lnTo>
                    <a:lnTo>
                      <a:pt x="424499" y="1144939"/>
                    </a:lnTo>
                    <a:lnTo>
                      <a:pt x="364751" y="1144899"/>
                    </a:lnTo>
                    <a:cubicBezTo>
                      <a:pt x="347786" y="1144799"/>
                      <a:pt x="330919" y="1143287"/>
                      <a:pt x="314232" y="1140760"/>
                    </a:cubicBezTo>
                    <a:cubicBezTo>
                      <a:pt x="280937" y="1135269"/>
                      <a:pt x="248458" y="1124884"/>
                      <a:pt x="218485" y="1109345"/>
                    </a:cubicBezTo>
                    <a:cubicBezTo>
                      <a:pt x="210907" y="1105644"/>
                      <a:pt x="203687" y="1101247"/>
                      <a:pt x="196388" y="1097010"/>
                    </a:cubicBezTo>
                    <a:lnTo>
                      <a:pt x="185747" y="1090146"/>
                    </a:lnTo>
                    <a:cubicBezTo>
                      <a:pt x="183937" y="1089051"/>
                      <a:pt x="182266" y="1087758"/>
                      <a:pt x="180536" y="1086545"/>
                    </a:cubicBezTo>
                    <a:lnTo>
                      <a:pt x="175384" y="1082844"/>
                    </a:lnTo>
                    <a:cubicBezTo>
                      <a:pt x="161780" y="1072836"/>
                      <a:pt x="148772" y="1061953"/>
                      <a:pt x="136819" y="1049956"/>
                    </a:cubicBezTo>
                    <a:cubicBezTo>
                      <a:pt x="88786" y="1002186"/>
                      <a:pt x="56327" y="939236"/>
                      <a:pt x="45129" y="872466"/>
                    </a:cubicBezTo>
                    <a:cubicBezTo>
                      <a:pt x="42404" y="855774"/>
                      <a:pt x="40554" y="838862"/>
                      <a:pt x="40495" y="821851"/>
                    </a:cubicBezTo>
                    <a:cubicBezTo>
                      <a:pt x="40375" y="804880"/>
                      <a:pt x="41032" y="787830"/>
                      <a:pt x="43558" y="771097"/>
                    </a:cubicBezTo>
                    <a:cubicBezTo>
                      <a:pt x="43975" y="766879"/>
                      <a:pt x="44830" y="762741"/>
                      <a:pt x="45546" y="758563"/>
                    </a:cubicBezTo>
                    <a:cubicBezTo>
                      <a:pt x="46302" y="754405"/>
                      <a:pt x="46919" y="750207"/>
                      <a:pt x="47973" y="746128"/>
                    </a:cubicBezTo>
                    <a:cubicBezTo>
                      <a:pt x="48948" y="742010"/>
                      <a:pt x="49803" y="737871"/>
                      <a:pt x="50837" y="733773"/>
                    </a:cubicBezTo>
                    <a:lnTo>
                      <a:pt x="54278" y="721577"/>
                    </a:lnTo>
                    <a:cubicBezTo>
                      <a:pt x="59230" y="705421"/>
                      <a:pt x="65317" y="689644"/>
                      <a:pt x="72536" y="674364"/>
                    </a:cubicBezTo>
                    <a:cubicBezTo>
                      <a:pt x="87374" y="644043"/>
                      <a:pt x="106527" y="615711"/>
                      <a:pt x="129957" y="591319"/>
                    </a:cubicBezTo>
                    <a:cubicBezTo>
                      <a:pt x="153088" y="566648"/>
                      <a:pt x="180397" y="546056"/>
                      <a:pt x="209912" y="529702"/>
                    </a:cubicBezTo>
                    <a:cubicBezTo>
                      <a:pt x="224770" y="521704"/>
                      <a:pt x="240204" y="514800"/>
                      <a:pt x="256076" y="509050"/>
                    </a:cubicBezTo>
                    <a:lnTo>
                      <a:pt x="268069" y="504992"/>
                    </a:lnTo>
                    <a:cubicBezTo>
                      <a:pt x="272106" y="503738"/>
                      <a:pt x="276184" y="502684"/>
                      <a:pt x="280241" y="501510"/>
                    </a:cubicBezTo>
                    <a:cubicBezTo>
                      <a:pt x="284279" y="500256"/>
                      <a:pt x="288416" y="499421"/>
                      <a:pt x="292533" y="498466"/>
                    </a:cubicBezTo>
                    <a:cubicBezTo>
                      <a:pt x="296650" y="497531"/>
                      <a:pt x="300747" y="496476"/>
                      <a:pt x="304924" y="495859"/>
                    </a:cubicBezTo>
                    <a:cubicBezTo>
                      <a:pt x="321492" y="492537"/>
                      <a:pt x="338398" y="490985"/>
                      <a:pt x="355344" y="490348"/>
                    </a:cubicBezTo>
                    <a:lnTo>
                      <a:pt x="361708" y="490189"/>
                    </a:lnTo>
                    <a:lnTo>
                      <a:pt x="364890" y="490109"/>
                    </a:lnTo>
                    <a:lnTo>
                      <a:pt x="366502" y="490070"/>
                    </a:lnTo>
                    <a:lnTo>
                      <a:pt x="447770" y="490070"/>
                    </a:lnTo>
                    <a:cubicBezTo>
                      <a:pt x="455367" y="490209"/>
                      <a:pt x="462846" y="489851"/>
                      <a:pt x="469867" y="488597"/>
                    </a:cubicBezTo>
                    <a:cubicBezTo>
                      <a:pt x="476828" y="487165"/>
                      <a:pt x="483014" y="485255"/>
                      <a:pt x="489159" y="482470"/>
                    </a:cubicBezTo>
                    <a:cubicBezTo>
                      <a:pt x="501471" y="476879"/>
                      <a:pt x="513046" y="467687"/>
                      <a:pt x="521181" y="456744"/>
                    </a:cubicBezTo>
                    <a:cubicBezTo>
                      <a:pt x="523210" y="454038"/>
                      <a:pt x="525099" y="451233"/>
                      <a:pt x="526711" y="448428"/>
                    </a:cubicBezTo>
                    <a:cubicBezTo>
                      <a:pt x="527625" y="447135"/>
                      <a:pt x="528143" y="445364"/>
                      <a:pt x="528799" y="443752"/>
                    </a:cubicBezTo>
                    <a:lnTo>
                      <a:pt x="530688" y="438838"/>
                    </a:lnTo>
                    <a:lnTo>
                      <a:pt x="534447" y="429010"/>
                    </a:lnTo>
                    <a:lnTo>
                      <a:pt x="535382" y="426543"/>
                    </a:lnTo>
                    <a:lnTo>
                      <a:pt x="535860" y="425309"/>
                    </a:lnTo>
                    <a:cubicBezTo>
                      <a:pt x="535999" y="424871"/>
                      <a:pt x="536039" y="424374"/>
                      <a:pt x="536138" y="423916"/>
                    </a:cubicBezTo>
                    <a:lnTo>
                      <a:pt x="537192" y="418286"/>
                    </a:lnTo>
                    <a:lnTo>
                      <a:pt x="538923" y="409054"/>
                    </a:lnTo>
                    <a:lnTo>
                      <a:pt x="539778" y="404438"/>
                    </a:lnTo>
                    <a:lnTo>
                      <a:pt x="540215" y="402130"/>
                    </a:lnTo>
                    <a:lnTo>
                      <a:pt x="540434" y="400977"/>
                    </a:lnTo>
                    <a:lnTo>
                      <a:pt x="540534" y="400400"/>
                    </a:lnTo>
                    <a:lnTo>
                      <a:pt x="540852" y="398887"/>
                    </a:lnTo>
                    <a:lnTo>
                      <a:pt x="540852" y="398768"/>
                    </a:lnTo>
                    <a:lnTo>
                      <a:pt x="542721" y="391725"/>
                    </a:lnTo>
                    <a:cubicBezTo>
                      <a:pt x="543258" y="389357"/>
                      <a:pt x="544094" y="387069"/>
                      <a:pt x="544790" y="384742"/>
                    </a:cubicBezTo>
                    <a:cubicBezTo>
                      <a:pt x="545506" y="382414"/>
                      <a:pt x="546182" y="380086"/>
                      <a:pt x="547057" y="377818"/>
                    </a:cubicBezTo>
                    <a:cubicBezTo>
                      <a:pt x="550140" y="368606"/>
                      <a:pt x="554138" y="359713"/>
                      <a:pt x="558494" y="351018"/>
                    </a:cubicBezTo>
                    <a:cubicBezTo>
                      <a:pt x="562830" y="342304"/>
                      <a:pt x="567941" y="334007"/>
                      <a:pt x="573490" y="326009"/>
                    </a:cubicBezTo>
                    <a:cubicBezTo>
                      <a:pt x="576195" y="321951"/>
                      <a:pt x="579238" y="318150"/>
                      <a:pt x="582182" y="314271"/>
                    </a:cubicBezTo>
                    <a:cubicBezTo>
                      <a:pt x="585344" y="310550"/>
                      <a:pt x="588368" y="306730"/>
                      <a:pt x="591749" y="303229"/>
                    </a:cubicBezTo>
                    <a:cubicBezTo>
                      <a:pt x="596980" y="297379"/>
                      <a:pt x="602708" y="292047"/>
                      <a:pt x="608516" y="286795"/>
                    </a:cubicBezTo>
                    <a:cubicBezTo>
                      <a:pt x="614502" y="281761"/>
                      <a:pt x="620549" y="276767"/>
                      <a:pt x="627013" y="272370"/>
                    </a:cubicBezTo>
                    <a:cubicBezTo>
                      <a:pt x="633357" y="267794"/>
                      <a:pt x="640120" y="263855"/>
                      <a:pt x="646882" y="259955"/>
                    </a:cubicBezTo>
                    <a:cubicBezTo>
                      <a:pt x="653804" y="256354"/>
                      <a:pt x="660765" y="252793"/>
                      <a:pt x="668025" y="249928"/>
                    </a:cubicBezTo>
                    <a:cubicBezTo>
                      <a:pt x="696805" y="237911"/>
                      <a:pt x="728309" y="232798"/>
                      <a:pt x="759575" y="234190"/>
                    </a:cubicBezTo>
                    <a:cubicBezTo>
                      <a:pt x="768406" y="234648"/>
                      <a:pt x="777257" y="235603"/>
                      <a:pt x="786048" y="237155"/>
                    </a:cubicBezTo>
                    <a:cubicBezTo>
                      <a:pt x="790444" y="237891"/>
                      <a:pt x="794819" y="238826"/>
                      <a:pt x="799175" y="239821"/>
                    </a:cubicBezTo>
                    <a:cubicBezTo>
                      <a:pt x="801343" y="240338"/>
                      <a:pt x="803531" y="240875"/>
                      <a:pt x="805679" y="241452"/>
                    </a:cubicBezTo>
                    <a:lnTo>
                      <a:pt x="806494" y="241671"/>
                    </a:lnTo>
                    <a:lnTo>
                      <a:pt x="807469" y="241930"/>
                    </a:lnTo>
                    <a:lnTo>
                      <a:pt x="808523" y="242228"/>
                    </a:lnTo>
                    <a:lnTo>
                      <a:pt x="812600" y="243482"/>
                    </a:lnTo>
                    <a:lnTo>
                      <a:pt x="820735" y="246028"/>
                    </a:lnTo>
                    <a:lnTo>
                      <a:pt x="828850" y="248754"/>
                    </a:lnTo>
                    <a:cubicBezTo>
                      <a:pt x="830203" y="249192"/>
                      <a:pt x="831555" y="249709"/>
                      <a:pt x="832908" y="250067"/>
                    </a:cubicBezTo>
                    <a:lnTo>
                      <a:pt x="836925" y="250883"/>
                    </a:lnTo>
                    <a:lnTo>
                      <a:pt x="840943" y="251699"/>
                    </a:lnTo>
                    <a:lnTo>
                      <a:pt x="842952" y="252097"/>
                    </a:lnTo>
                    <a:cubicBezTo>
                      <a:pt x="843628" y="252236"/>
                      <a:pt x="844304" y="252375"/>
                      <a:pt x="844921" y="252375"/>
                    </a:cubicBezTo>
                    <a:lnTo>
                      <a:pt x="852538" y="252873"/>
                    </a:lnTo>
                    <a:cubicBezTo>
                      <a:pt x="855124" y="253111"/>
                      <a:pt x="857511" y="252972"/>
                      <a:pt x="860017" y="252853"/>
                    </a:cubicBezTo>
                    <a:cubicBezTo>
                      <a:pt x="862503" y="252713"/>
                      <a:pt x="865029" y="252415"/>
                      <a:pt x="867575" y="252037"/>
                    </a:cubicBezTo>
                    <a:cubicBezTo>
                      <a:pt x="872647" y="251241"/>
                      <a:pt x="877738" y="249988"/>
                      <a:pt x="882671" y="248237"/>
                    </a:cubicBezTo>
                    <a:cubicBezTo>
                      <a:pt x="892556" y="244755"/>
                      <a:pt x="901765" y="239284"/>
                      <a:pt x="909303" y="232798"/>
                    </a:cubicBezTo>
                    <a:lnTo>
                      <a:pt x="910695" y="231564"/>
                    </a:lnTo>
                    <a:cubicBezTo>
                      <a:pt x="911152" y="231166"/>
                      <a:pt x="911630" y="230768"/>
                      <a:pt x="912028" y="230211"/>
                    </a:cubicBezTo>
                    <a:lnTo>
                      <a:pt x="914534" y="227147"/>
                    </a:lnTo>
                    <a:lnTo>
                      <a:pt x="919566" y="221019"/>
                    </a:lnTo>
                    <a:cubicBezTo>
                      <a:pt x="922847" y="216821"/>
                      <a:pt x="926507" y="213240"/>
                      <a:pt x="929112" y="207908"/>
                    </a:cubicBezTo>
                    <a:lnTo>
                      <a:pt x="935557" y="196508"/>
                    </a:lnTo>
                    <a:lnTo>
                      <a:pt x="938858" y="190698"/>
                    </a:lnTo>
                    <a:lnTo>
                      <a:pt x="939654" y="189385"/>
                    </a:lnTo>
                    <a:lnTo>
                      <a:pt x="939833" y="189107"/>
                    </a:lnTo>
                    <a:lnTo>
                      <a:pt x="940191" y="188530"/>
                    </a:lnTo>
                    <a:lnTo>
                      <a:pt x="940927" y="187376"/>
                    </a:lnTo>
                    <a:cubicBezTo>
                      <a:pt x="942916" y="184332"/>
                      <a:pt x="944765" y="181188"/>
                      <a:pt x="946874" y="178224"/>
                    </a:cubicBezTo>
                    <a:cubicBezTo>
                      <a:pt x="948942" y="175239"/>
                      <a:pt x="950931" y="172175"/>
                      <a:pt x="953139" y="169290"/>
                    </a:cubicBezTo>
                    <a:cubicBezTo>
                      <a:pt x="955287" y="166346"/>
                      <a:pt x="957415" y="163401"/>
                      <a:pt x="959722" y="160576"/>
                    </a:cubicBezTo>
                    <a:cubicBezTo>
                      <a:pt x="968692" y="149096"/>
                      <a:pt x="978498" y="138253"/>
                      <a:pt x="988980" y="128126"/>
                    </a:cubicBezTo>
                    <a:cubicBezTo>
                      <a:pt x="994986" y="122237"/>
                      <a:pt x="1001351" y="116766"/>
                      <a:pt x="1007775" y="111354"/>
                    </a:cubicBezTo>
                    <a:cubicBezTo>
                      <a:pt x="1014339" y="106121"/>
                      <a:pt x="1020962" y="100949"/>
                      <a:pt x="1027903" y="96213"/>
                    </a:cubicBezTo>
                    <a:cubicBezTo>
                      <a:pt x="1041726" y="86683"/>
                      <a:pt x="1056206" y="78088"/>
                      <a:pt x="1071381" y="70946"/>
                    </a:cubicBezTo>
                    <a:cubicBezTo>
                      <a:pt x="1086537" y="63743"/>
                      <a:pt x="1102230" y="57755"/>
                      <a:pt x="1118320" y="53040"/>
                    </a:cubicBezTo>
                    <a:cubicBezTo>
                      <a:pt x="1134411" y="48344"/>
                      <a:pt x="1150899" y="45041"/>
                      <a:pt x="1167566" y="42992"/>
                    </a:cubicBezTo>
                    <a:cubicBezTo>
                      <a:pt x="1184214" y="41003"/>
                      <a:pt x="1201120" y="40127"/>
                      <a:pt x="1217906" y="40943"/>
                    </a:cubicBezTo>
                    <a:cubicBezTo>
                      <a:pt x="1234693" y="41679"/>
                      <a:pt x="1251380" y="43569"/>
                      <a:pt x="1267809" y="46852"/>
                    </a:cubicBezTo>
                    <a:cubicBezTo>
                      <a:pt x="1300567" y="53756"/>
                      <a:pt x="1332390" y="65455"/>
                      <a:pt x="1361329" y="82505"/>
                    </a:cubicBezTo>
                    <a:cubicBezTo>
                      <a:pt x="1419624" y="115910"/>
                      <a:pt x="1466245" y="169171"/>
                      <a:pt x="1492519" y="230808"/>
                    </a:cubicBezTo>
                    <a:cubicBezTo>
                      <a:pt x="1505368" y="261746"/>
                      <a:pt x="1513741" y="294614"/>
                      <a:pt x="1516128" y="328158"/>
                    </a:cubicBezTo>
                    <a:cubicBezTo>
                      <a:pt x="1516983" y="336514"/>
                      <a:pt x="1516923" y="344990"/>
                      <a:pt x="1517202" y="353346"/>
                    </a:cubicBezTo>
                    <a:cubicBezTo>
                      <a:pt x="1517202" y="357385"/>
                      <a:pt x="1517082" y="361503"/>
                      <a:pt x="1516884" y="365681"/>
                    </a:cubicBezTo>
                    <a:lnTo>
                      <a:pt x="1516724" y="368825"/>
                    </a:lnTo>
                    <a:lnTo>
                      <a:pt x="1516486" y="372625"/>
                    </a:lnTo>
                    <a:cubicBezTo>
                      <a:pt x="1516108" y="377619"/>
                      <a:pt x="1515690" y="382613"/>
                      <a:pt x="1515113" y="387607"/>
                    </a:cubicBezTo>
                    <a:lnTo>
                      <a:pt x="1514199" y="395127"/>
                    </a:lnTo>
                    <a:lnTo>
                      <a:pt x="1513721" y="398887"/>
                    </a:lnTo>
                    <a:lnTo>
                      <a:pt x="1513403" y="402628"/>
                    </a:lnTo>
                    <a:cubicBezTo>
                      <a:pt x="1513323" y="403861"/>
                      <a:pt x="1513144" y="405135"/>
                      <a:pt x="1513144" y="406348"/>
                    </a:cubicBezTo>
                    <a:lnTo>
                      <a:pt x="1513144" y="409969"/>
                    </a:lnTo>
                    <a:cubicBezTo>
                      <a:pt x="1513085" y="412436"/>
                      <a:pt x="1513343" y="414705"/>
                      <a:pt x="1513522" y="417032"/>
                    </a:cubicBezTo>
                    <a:cubicBezTo>
                      <a:pt x="1514417" y="426344"/>
                      <a:pt x="1516486" y="433964"/>
                      <a:pt x="1519986" y="442220"/>
                    </a:cubicBezTo>
                    <a:cubicBezTo>
                      <a:pt x="1523527" y="450318"/>
                      <a:pt x="1528419" y="458256"/>
                      <a:pt x="1534545" y="464961"/>
                    </a:cubicBezTo>
                    <a:cubicBezTo>
                      <a:pt x="1540612" y="471726"/>
                      <a:pt x="1547712" y="477317"/>
                      <a:pt x="1554892" y="481534"/>
                    </a:cubicBezTo>
                    <a:lnTo>
                      <a:pt x="1581325" y="490527"/>
                    </a:lnTo>
                    <a:lnTo>
                      <a:pt x="1584627" y="491641"/>
                    </a:lnTo>
                    <a:lnTo>
                      <a:pt x="1586278" y="492199"/>
                    </a:lnTo>
                    <a:lnTo>
                      <a:pt x="1588147" y="492497"/>
                    </a:lnTo>
                    <a:lnTo>
                      <a:pt x="1595646" y="493691"/>
                    </a:lnTo>
                    <a:cubicBezTo>
                      <a:pt x="1600797" y="494407"/>
                      <a:pt x="1605212" y="495481"/>
                      <a:pt x="1609886" y="496416"/>
                    </a:cubicBezTo>
                    <a:lnTo>
                      <a:pt x="1613765" y="497212"/>
                    </a:lnTo>
                    <a:cubicBezTo>
                      <a:pt x="1614799" y="497411"/>
                      <a:pt x="1615833" y="497650"/>
                      <a:pt x="1616848" y="497929"/>
                    </a:cubicBezTo>
                    <a:lnTo>
                      <a:pt x="1622974" y="499500"/>
                    </a:lnTo>
                    <a:lnTo>
                      <a:pt x="1629119" y="501052"/>
                    </a:lnTo>
                    <a:cubicBezTo>
                      <a:pt x="1631148" y="501629"/>
                      <a:pt x="1633157" y="502286"/>
                      <a:pt x="1635166" y="502883"/>
                    </a:cubicBezTo>
                    <a:cubicBezTo>
                      <a:pt x="1651316" y="507757"/>
                      <a:pt x="1667168" y="513706"/>
                      <a:pt x="1682343" y="521127"/>
                    </a:cubicBezTo>
                    <a:cubicBezTo>
                      <a:pt x="1712715" y="535870"/>
                      <a:pt x="1740957" y="555149"/>
                      <a:pt x="1765501" y="578467"/>
                    </a:cubicBezTo>
                    <a:cubicBezTo>
                      <a:pt x="1789985" y="601824"/>
                      <a:pt x="1810988" y="628843"/>
                      <a:pt x="1827297" y="658467"/>
                    </a:cubicBezTo>
                    <a:cubicBezTo>
                      <a:pt x="1843447" y="688152"/>
                      <a:pt x="1855262" y="720204"/>
                      <a:pt x="1861646" y="753430"/>
                    </a:cubicBezTo>
                    <a:cubicBezTo>
                      <a:pt x="1864809" y="770043"/>
                      <a:pt x="1866738" y="786894"/>
                      <a:pt x="1867454" y="803846"/>
                    </a:cubicBezTo>
                    <a:lnTo>
                      <a:pt x="1867752" y="816579"/>
                    </a:lnTo>
                    <a:lnTo>
                      <a:pt x="1867434" y="829312"/>
                    </a:lnTo>
                    <a:cubicBezTo>
                      <a:pt x="1867434" y="833570"/>
                      <a:pt x="1866977" y="837788"/>
                      <a:pt x="1866698" y="842026"/>
                    </a:cubicBezTo>
                    <a:cubicBezTo>
                      <a:pt x="1866360" y="846244"/>
                      <a:pt x="1866181" y="850501"/>
                      <a:pt x="1865525" y="854679"/>
                    </a:cubicBezTo>
                    <a:lnTo>
                      <a:pt x="1863933" y="867293"/>
                    </a:lnTo>
                    <a:lnTo>
                      <a:pt x="1861706" y="879788"/>
                    </a:lnTo>
                    <a:lnTo>
                      <a:pt x="1861169" y="882911"/>
                    </a:lnTo>
                    <a:lnTo>
                      <a:pt x="1860453" y="885995"/>
                    </a:lnTo>
                    <a:lnTo>
                      <a:pt x="1859041" y="892183"/>
                    </a:lnTo>
                    <a:lnTo>
                      <a:pt x="1857648" y="898370"/>
                    </a:lnTo>
                    <a:cubicBezTo>
                      <a:pt x="1857111" y="900420"/>
                      <a:pt x="1856495" y="902449"/>
                      <a:pt x="1855938" y="904478"/>
                    </a:cubicBezTo>
                    <a:lnTo>
                      <a:pt x="1854227" y="910586"/>
                    </a:lnTo>
                    <a:cubicBezTo>
                      <a:pt x="1853671" y="912616"/>
                      <a:pt x="1853134" y="914665"/>
                      <a:pt x="1852398" y="916655"/>
                    </a:cubicBezTo>
                    <a:lnTo>
                      <a:pt x="1848380" y="928672"/>
                    </a:lnTo>
                    <a:cubicBezTo>
                      <a:pt x="1845317" y="936550"/>
                      <a:pt x="1842433" y="944509"/>
                      <a:pt x="1838813" y="952149"/>
                    </a:cubicBezTo>
                    <a:cubicBezTo>
                      <a:pt x="1825109" y="983087"/>
                      <a:pt x="1806155" y="1011597"/>
                      <a:pt x="1783720" y="1036924"/>
                    </a:cubicBezTo>
                    <a:close/>
                  </a:path>
                </a:pathLst>
              </a:custGeom>
              <a:grpFill/>
              <a:ln w="19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5">
                <a:extLst>
                  <a:ext uri="{FF2B5EF4-FFF2-40B4-BE49-F238E27FC236}">
                    <a16:creationId xmlns:a16="http://schemas.microsoft.com/office/drawing/2014/main" id="{2CAB99C1-7995-7448-E502-A8C7038E2D74}"/>
                  </a:ext>
                </a:extLst>
              </p:cNvPr>
              <p:cNvSpPr/>
              <p:nvPr/>
            </p:nvSpPr>
            <p:spPr>
              <a:xfrm>
                <a:off x="2283002" y="3059530"/>
                <a:ext cx="2067270" cy="1344417"/>
              </a:xfrm>
              <a:custGeom>
                <a:avLst/>
                <a:gdLst>
                  <a:gd name="connsiteX0" fmla="*/ 2066873 w 2067270"/>
                  <a:gd name="connsiteY0" fmla="*/ 878698 h 1344417"/>
                  <a:gd name="connsiteX1" fmla="*/ 2058957 w 2067270"/>
                  <a:gd name="connsiteY1" fmla="*/ 809958 h 1344417"/>
                  <a:gd name="connsiteX2" fmla="*/ 2011939 w 2067270"/>
                  <a:gd name="connsiteY2" fmla="*/ 680019 h 1344417"/>
                  <a:gd name="connsiteX3" fmla="*/ 1927528 w 2067270"/>
                  <a:gd name="connsiteY3" fmla="*/ 570751 h 1344417"/>
                  <a:gd name="connsiteX4" fmla="*/ 1813801 w 2067270"/>
                  <a:gd name="connsiteY4" fmla="*/ 492362 h 1344417"/>
                  <a:gd name="connsiteX5" fmla="*/ 1749140 w 2067270"/>
                  <a:gd name="connsiteY5" fmla="*/ 467333 h 1344417"/>
                  <a:gd name="connsiteX6" fmla="*/ 1740826 w 2067270"/>
                  <a:gd name="connsiteY6" fmla="*/ 464846 h 1344417"/>
                  <a:gd name="connsiteX7" fmla="*/ 1732433 w 2067270"/>
                  <a:gd name="connsiteY7" fmla="*/ 462677 h 1344417"/>
                  <a:gd name="connsiteX8" fmla="*/ 1724020 w 2067270"/>
                  <a:gd name="connsiteY8" fmla="*/ 460529 h 1344417"/>
                  <a:gd name="connsiteX9" fmla="*/ 1719803 w 2067270"/>
                  <a:gd name="connsiteY9" fmla="*/ 459534 h 1344417"/>
                  <a:gd name="connsiteX10" fmla="*/ 1716343 w 2067270"/>
                  <a:gd name="connsiteY10" fmla="*/ 458818 h 1344417"/>
                  <a:gd name="connsiteX11" fmla="*/ 1715786 w 2067270"/>
                  <a:gd name="connsiteY11" fmla="*/ 458718 h 1344417"/>
                  <a:gd name="connsiteX12" fmla="*/ 1716243 w 2067270"/>
                  <a:gd name="connsiteY12" fmla="*/ 450680 h 1344417"/>
                  <a:gd name="connsiteX13" fmla="*/ 1716681 w 2067270"/>
                  <a:gd name="connsiteY13" fmla="*/ 433013 h 1344417"/>
                  <a:gd name="connsiteX14" fmla="*/ 1715249 w 2067270"/>
                  <a:gd name="connsiteY14" fmla="*/ 398235 h 1344417"/>
                  <a:gd name="connsiteX15" fmla="*/ 1682471 w 2067270"/>
                  <a:gd name="connsiteY15" fmla="*/ 263262 h 1344417"/>
                  <a:gd name="connsiteX16" fmla="*/ 1501000 w 2067270"/>
                  <a:gd name="connsiteY16" fmla="*/ 58018 h 1344417"/>
                  <a:gd name="connsiteX17" fmla="*/ 1371162 w 2067270"/>
                  <a:gd name="connsiteY17" fmla="*/ 8577 h 1344417"/>
                  <a:gd name="connsiteX18" fmla="*/ 1232533 w 2067270"/>
                  <a:gd name="connsiteY18" fmla="*/ 3185 h 1344417"/>
                  <a:gd name="connsiteX19" fmla="*/ 1164293 w 2067270"/>
                  <a:gd name="connsiteY19" fmla="*/ 17112 h 1344417"/>
                  <a:gd name="connsiteX20" fmla="*/ 1099195 w 2067270"/>
                  <a:gd name="connsiteY20" fmla="*/ 41942 h 1344417"/>
                  <a:gd name="connsiteX21" fmla="*/ 1038990 w 2067270"/>
                  <a:gd name="connsiteY21" fmla="*/ 76919 h 1344417"/>
                  <a:gd name="connsiteX22" fmla="*/ 1011165 w 2067270"/>
                  <a:gd name="connsiteY22" fmla="*/ 97869 h 1344417"/>
                  <a:gd name="connsiteX23" fmla="*/ 985189 w 2067270"/>
                  <a:gd name="connsiteY23" fmla="*/ 121047 h 1344417"/>
                  <a:gd name="connsiteX24" fmla="*/ 944694 w 2067270"/>
                  <a:gd name="connsiteY24" fmla="*/ 165952 h 1344417"/>
                  <a:gd name="connsiteX25" fmla="*/ 935585 w 2067270"/>
                  <a:gd name="connsiteY25" fmla="*/ 178029 h 1344417"/>
                  <a:gd name="connsiteX26" fmla="*/ 926893 w 2067270"/>
                  <a:gd name="connsiteY26" fmla="*/ 190424 h 1344417"/>
                  <a:gd name="connsiteX27" fmla="*/ 918639 w 2067270"/>
                  <a:gd name="connsiteY27" fmla="*/ 203117 h 1344417"/>
                  <a:gd name="connsiteX28" fmla="*/ 917625 w 2067270"/>
                  <a:gd name="connsiteY28" fmla="*/ 204709 h 1344417"/>
                  <a:gd name="connsiteX29" fmla="*/ 917326 w 2067270"/>
                  <a:gd name="connsiteY29" fmla="*/ 205187 h 1344417"/>
                  <a:gd name="connsiteX30" fmla="*/ 917326 w 2067270"/>
                  <a:gd name="connsiteY30" fmla="*/ 205187 h 1344417"/>
                  <a:gd name="connsiteX31" fmla="*/ 916093 w 2067270"/>
                  <a:gd name="connsiteY31" fmla="*/ 204848 h 1344417"/>
                  <a:gd name="connsiteX32" fmla="*/ 906129 w 2067270"/>
                  <a:gd name="connsiteY32" fmla="*/ 202342 h 1344417"/>
                  <a:gd name="connsiteX33" fmla="*/ 885981 w 2067270"/>
                  <a:gd name="connsiteY33" fmla="*/ 198243 h 1344417"/>
                  <a:gd name="connsiteX34" fmla="*/ 844989 w 2067270"/>
                  <a:gd name="connsiteY34" fmla="*/ 193667 h 1344417"/>
                  <a:gd name="connsiteX35" fmla="*/ 701845 w 2067270"/>
                  <a:gd name="connsiteY35" fmla="*/ 218298 h 1344417"/>
                  <a:gd name="connsiteX36" fmla="*/ 668789 w 2067270"/>
                  <a:gd name="connsiteY36" fmla="*/ 234016 h 1344417"/>
                  <a:gd name="connsiteX37" fmla="*/ 637761 w 2067270"/>
                  <a:gd name="connsiteY37" fmla="*/ 253354 h 1344417"/>
                  <a:gd name="connsiteX38" fmla="*/ 608961 w 2067270"/>
                  <a:gd name="connsiteY38" fmla="*/ 275836 h 1344417"/>
                  <a:gd name="connsiteX39" fmla="*/ 582866 w 2067270"/>
                  <a:gd name="connsiteY39" fmla="*/ 301383 h 1344417"/>
                  <a:gd name="connsiteX40" fmla="*/ 568009 w 2067270"/>
                  <a:gd name="connsiteY40" fmla="*/ 318592 h 1344417"/>
                  <a:gd name="connsiteX41" fmla="*/ 554445 w 2067270"/>
                  <a:gd name="connsiteY41" fmla="*/ 336837 h 1344417"/>
                  <a:gd name="connsiteX42" fmla="*/ 531075 w 2067270"/>
                  <a:gd name="connsiteY42" fmla="*/ 375832 h 1344417"/>
                  <a:gd name="connsiteX43" fmla="*/ 513194 w 2067270"/>
                  <a:gd name="connsiteY43" fmla="*/ 417673 h 1344417"/>
                  <a:gd name="connsiteX44" fmla="*/ 509634 w 2067270"/>
                  <a:gd name="connsiteY44" fmla="*/ 428497 h 1344417"/>
                  <a:gd name="connsiteX45" fmla="*/ 506432 w 2067270"/>
                  <a:gd name="connsiteY45" fmla="*/ 439419 h 1344417"/>
                  <a:gd name="connsiteX46" fmla="*/ 503846 w 2067270"/>
                  <a:gd name="connsiteY46" fmla="*/ 449407 h 1344417"/>
                  <a:gd name="connsiteX47" fmla="*/ 445988 w 2067270"/>
                  <a:gd name="connsiteY47" fmla="*/ 449407 h 1344417"/>
                  <a:gd name="connsiteX48" fmla="*/ 443860 w 2067270"/>
                  <a:gd name="connsiteY48" fmla="*/ 449447 h 1344417"/>
                  <a:gd name="connsiteX49" fmla="*/ 439544 w 2067270"/>
                  <a:gd name="connsiteY49" fmla="*/ 449546 h 1344417"/>
                  <a:gd name="connsiteX50" fmla="*/ 430912 w 2067270"/>
                  <a:gd name="connsiteY50" fmla="*/ 449765 h 1344417"/>
                  <a:gd name="connsiteX51" fmla="*/ 362134 w 2067270"/>
                  <a:gd name="connsiteY51" fmla="*/ 457306 h 1344417"/>
                  <a:gd name="connsiteX52" fmla="*/ 345168 w 2067270"/>
                  <a:gd name="connsiteY52" fmla="*/ 460867 h 1344417"/>
                  <a:gd name="connsiteX53" fmla="*/ 328342 w 2067270"/>
                  <a:gd name="connsiteY53" fmla="*/ 465045 h 1344417"/>
                  <a:gd name="connsiteX54" fmla="*/ 311675 w 2067270"/>
                  <a:gd name="connsiteY54" fmla="*/ 469840 h 1344417"/>
                  <a:gd name="connsiteX55" fmla="*/ 295226 w 2067270"/>
                  <a:gd name="connsiteY55" fmla="*/ 475391 h 1344417"/>
                  <a:gd name="connsiteX56" fmla="*/ 231938 w 2067270"/>
                  <a:gd name="connsiteY56" fmla="*/ 503742 h 1344417"/>
                  <a:gd name="connsiteX57" fmla="*/ 122467 w 2067270"/>
                  <a:gd name="connsiteY57" fmla="*/ 588061 h 1344417"/>
                  <a:gd name="connsiteX58" fmla="*/ 43924 w 2067270"/>
                  <a:gd name="connsiteY58" fmla="*/ 701745 h 1344417"/>
                  <a:gd name="connsiteX59" fmla="*/ 18903 w 2067270"/>
                  <a:gd name="connsiteY59" fmla="*/ 766406 h 1344417"/>
                  <a:gd name="connsiteX60" fmla="*/ 14189 w 2067270"/>
                  <a:gd name="connsiteY60" fmla="*/ 783099 h 1344417"/>
                  <a:gd name="connsiteX61" fmla="*/ 10251 w 2067270"/>
                  <a:gd name="connsiteY61" fmla="*/ 799990 h 1344417"/>
                  <a:gd name="connsiteX62" fmla="*/ 6930 w 2067270"/>
                  <a:gd name="connsiteY62" fmla="*/ 817001 h 1344417"/>
                  <a:gd name="connsiteX63" fmla="*/ 4205 w 2067270"/>
                  <a:gd name="connsiteY63" fmla="*/ 834111 h 1344417"/>
                  <a:gd name="connsiteX64" fmla="*/ 28 w 2067270"/>
                  <a:gd name="connsiteY64" fmla="*/ 903110 h 1344417"/>
                  <a:gd name="connsiteX65" fmla="*/ 6333 w 2067270"/>
                  <a:gd name="connsiteY65" fmla="*/ 971929 h 1344417"/>
                  <a:gd name="connsiteX66" fmla="*/ 9495 w 2067270"/>
                  <a:gd name="connsiteY66" fmla="*/ 988960 h 1344417"/>
                  <a:gd name="connsiteX67" fmla="*/ 13354 w 2067270"/>
                  <a:gd name="connsiteY67" fmla="*/ 1005851 h 1344417"/>
                  <a:gd name="connsiteX68" fmla="*/ 17948 w 2067270"/>
                  <a:gd name="connsiteY68" fmla="*/ 1022564 h 1344417"/>
                  <a:gd name="connsiteX69" fmla="*/ 20395 w 2067270"/>
                  <a:gd name="connsiteY69" fmla="*/ 1030880 h 1344417"/>
                  <a:gd name="connsiteX70" fmla="*/ 23139 w 2067270"/>
                  <a:gd name="connsiteY70" fmla="*/ 1039097 h 1344417"/>
                  <a:gd name="connsiteX71" fmla="*/ 35292 w 2067270"/>
                  <a:gd name="connsiteY71" fmla="*/ 1071547 h 1344417"/>
                  <a:gd name="connsiteX72" fmla="*/ 42372 w 2067270"/>
                  <a:gd name="connsiteY72" fmla="*/ 1087364 h 1344417"/>
                  <a:gd name="connsiteX73" fmla="*/ 46151 w 2067270"/>
                  <a:gd name="connsiteY73" fmla="*/ 1095163 h 1344417"/>
                  <a:gd name="connsiteX74" fmla="*/ 50070 w 2067270"/>
                  <a:gd name="connsiteY74" fmla="*/ 1102883 h 1344417"/>
                  <a:gd name="connsiteX75" fmla="*/ 86487 w 2067270"/>
                  <a:gd name="connsiteY75" fmla="*/ 1161775 h 1344417"/>
                  <a:gd name="connsiteX76" fmla="*/ 131556 w 2067270"/>
                  <a:gd name="connsiteY76" fmla="*/ 1214319 h 1344417"/>
                  <a:gd name="connsiteX77" fmla="*/ 184243 w 2067270"/>
                  <a:gd name="connsiteY77" fmla="*/ 1259264 h 1344417"/>
                  <a:gd name="connsiteX78" fmla="*/ 191284 w 2067270"/>
                  <a:gd name="connsiteY78" fmla="*/ 1264317 h 1344417"/>
                  <a:gd name="connsiteX79" fmla="*/ 198425 w 2067270"/>
                  <a:gd name="connsiteY79" fmla="*/ 1269251 h 1344417"/>
                  <a:gd name="connsiteX80" fmla="*/ 213003 w 2067270"/>
                  <a:gd name="connsiteY80" fmla="*/ 1278662 h 1344417"/>
                  <a:gd name="connsiteX81" fmla="*/ 243275 w 2067270"/>
                  <a:gd name="connsiteY81" fmla="*/ 1295613 h 1344417"/>
                  <a:gd name="connsiteX82" fmla="*/ 374704 w 2067270"/>
                  <a:gd name="connsiteY82" fmla="*/ 1338707 h 1344417"/>
                  <a:gd name="connsiteX83" fmla="*/ 443700 w 2067270"/>
                  <a:gd name="connsiteY83" fmla="*/ 1344378 h 1344417"/>
                  <a:gd name="connsiteX84" fmla="*/ 504005 w 2067270"/>
                  <a:gd name="connsiteY84" fmla="*/ 1344418 h 1344417"/>
                  <a:gd name="connsiteX85" fmla="*/ 1621948 w 2067270"/>
                  <a:gd name="connsiteY85" fmla="*/ 1344418 h 1344417"/>
                  <a:gd name="connsiteX86" fmla="*/ 1630600 w 2067270"/>
                  <a:gd name="connsiteY86" fmla="*/ 1344199 h 1344417"/>
                  <a:gd name="connsiteX87" fmla="*/ 1639251 w 2067270"/>
                  <a:gd name="connsiteY87" fmla="*/ 1343980 h 1344417"/>
                  <a:gd name="connsiteX88" fmla="*/ 1647903 w 2067270"/>
                  <a:gd name="connsiteY88" fmla="*/ 1343582 h 1344417"/>
                  <a:gd name="connsiteX89" fmla="*/ 1665167 w 2067270"/>
                  <a:gd name="connsiteY89" fmla="*/ 1342249 h 1344417"/>
                  <a:gd name="connsiteX90" fmla="*/ 1682372 w 2067270"/>
                  <a:gd name="connsiteY90" fmla="*/ 1340160 h 1344417"/>
                  <a:gd name="connsiteX91" fmla="*/ 1690964 w 2067270"/>
                  <a:gd name="connsiteY91" fmla="*/ 1338966 h 1344417"/>
                  <a:gd name="connsiteX92" fmla="*/ 1699516 w 2067270"/>
                  <a:gd name="connsiteY92" fmla="*/ 1337454 h 1344417"/>
                  <a:gd name="connsiteX93" fmla="*/ 1716542 w 2067270"/>
                  <a:gd name="connsiteY93" fmla="*/ 1334131 h 1344417"/>
                  <a:gd name="connsiteX94" fmla="*/ 1733447 w 2067270"/>
                  <a:gd name="connsiteY94" fmla="*/ 1330172 h 1344417"/>
                  <a:gd name="connsiteX95" fmla="*/ 1750155 w 2067270"/>
                  <a:gd name="connsiteY95" fmla="*/ 1325417 h 1344417"/>
                  <a:gd name="connsiteX96" fmla="*/ 1754331 w 2067270"/>
                  <a:gd name="connsiteY96" fmla="*/ 1324204 h 1344417"/>
                  <a:gd name="connsiteX97" fmla="*/ 1758448 w 2067270"/>
                  <a:gd name="connsiteY97" fmla="*/ 1322811 h 1344417"/>
                  <a:gd name="connsiteX98" fmla="*/ 1766663 w 2067270"/>
                  <a:gd name="connsiteY98" fmla="*/ 1320025 h 1344417"/>
                  <a:gd name="connsiteX99" fmla="*/ 1774877 w 2067270"/>
                  <a:gd name="connsiteY99" fmla="*/ 1317220 h 1344417"/>
                  <a:gd name="connsiteX100" fmla="*/ 1782952 w 2067270"/>
                  <a:gd name="connsiteY100" fmla="*/ 1314037 h 1344417"/>
                  <a:gd name="connsiteX101" fmla="*/ 1791027 w 2067270"/>
                  <a:gd name="connsiteY101" fmla="*/ 1310834 h 1344417"/>
                  <a:gd name="connsiteX102" fmla="*/ 1795065 w 2067270"/>
                  <a:gd name="connsiteY102" fmla="*/ 1309222 h 1344417"/>
                  <a:gd name="connsiteX103" fmla="*/ 1799023 w 2067270"/>
                  <a:gd name="connsiteY103" fmla="*/ 1307451 h 1344417"/>
                  <a:gd name="connsiteX104" fmla="*/ 1814815 w 2067270"/>
                  <a:gd name="connsiteY104" fmla="*/ 1300249 h 1344417"/>
                  <a:gd name="connsiteX105" fmla="*/ 1830249 w 2067270"/>
                  <a:gd name="connsiteY105" fmla="*/ 1292330 h 1344417"/>
                  <a:gd name="connsiteX106" fmla="*/ 1834108 w 2067270"/>
                  <a:gd name="connsiteY106" fmla="*/ 1290341 h 1344417"/>
                  <a:gd name="connsiteX107" fmla="*/ 1837867 w 2067270"/>
                  <a:gd name="connsiteY107" fmla="*/ 1288192 h 1344417"/>
                  <a:gd name="connsiteX108" fmla="*/ 1845385 w 2067270"/>
                  <a:gd name="connsiteY108" fmla="*/ 1283855 h 1344417"/>
                  <a:gd name="connsiteX109" fmla="*/ 1852883 w 2067270"/>
                  <a:gd name="connsiteY109" fmla="*/ 1279498 h 1344417"/>
                  <a:gd name="connsiteX110" fmla="*/ 1860183 w 2067270"/>
                  <a:gd name="connsiteY110" fmla="*/ 1274822 h 1344417"/>
                  <a:gd name="connsiteX111" fmla="*/ 1867462 w 2067270"/>
                  <a:gd name="connsiteY111" fmla="*/ 1270107 h 1344417"/>
                  <a:gd name="connsiteX112" fmla="*/ 1871102 w 2067270"/>
                  <a:gd name="connsiteY112" fmla="*/ 1267739 h 1344417"/>
                  <a:gd name="connsiteX113" fmla="*/ 1874642 w 2067270"/>
                  <a:gd name="connsiteY113" fmla="*/ 1265232 h 1344417"/>
                  <a:gd name="connsiteX114" fmla="*/ 1888724 w 2067270"/>
                  <a:gd name="connsiteY114" fmla="*/ 1255125 h 1344417"/>
                  <a:gd name="connsiteX115" fmla="*/ 1902328 w 2067270"/>
                  <a:gd name="connsiteY115" fmla="*/ 1244382 h 1344417"/>
                  <a:gd name="connsiteX116" fmla="*/ 1952450 w 2067270"/>
                  <a:gd name="connsiteY116" fmla="*/ 1196632 h 1344417"/>
                  <a:gd name="connsiteX117" fmla="*/ 2027711 w 2067270"/>
                  <a:gd name="connsiteY117" fmla="*/ 1080898 h 1344417"/>
                  <a:gd name="connsiteX118" fmla="*/ 2040778 w 2067270"/>
                  <a:gd name="connsiteY118" fmla="*/ 1048786 h 1344417"/>
                  <a:gd name="connsiteX119" fmla="*/ 2046288 w 2067270"/>
                  <a:gd name="connsiteY119" fmla="*/ 1032353 h 1344417"/>
                  <a:gd name="connsiteX120" fmla="*/ 2048794 w 2067270"/>
                  <a:gd name="connsiteY120" fmla="*/ 1024056 h 1344417"/>
                  <a:gd name="connsiteX121" fmla="*/ 2051141 w 2067270"/>
                  <a:gd name="connsiteY121" fmla="*/ 1015720 h 1344417"/>
                  <a:gd name="connsiteX122" fmla="*/ 2053448 w 2067270"/>
                  <a:gd name="connsiteY122" fmla="*/ 1007364 h 1344417"/>
                  <a:gd name="connsiteX123" fmla="*/ 2055397 w 2067270"/>
                  <a:gd name="connsiteY123" fmla="*/ 998928 h 1344417"/>
                  <a:gd name="connsiteX124" fmla="*/ 2057326 w 2067270"/>
                  <a:gd name="connsiteY124" fmla="*/ 990472 h 1344417"/>
                  <a:gd name="connsiteX125" fmla="*/ 2058281 w 2067270"/>
                  <a:gd name="connsiteY125" fmla="*/ 986254 h 1344417"/>
                  <a:gd name="connsiteX126" fmla="*/ 2059057 w 2067270"/>
                  <a:gd name="connsiteY126" fmla="*/ 981996 h 1344417"/>
                  <a:gd name="connsiteX127" fmla="*/ 2062060 w 2067270"/>
                  <a:gd name="connsiteY127" fmla="*/ 964946 h 1344417"/>
                  <a:gd name="connsiteX128" fmla="*/ 2064268 w 2067270"/>
                  <a:gd name="connsiteY128" fmla="*/ 947776 h 1344417"/>
                  <a:gd name="connsiteX129" fmla="*/ 2065859 w 2067270"/>
                  <a:gd name="connsiteY129" fmla="*/ 930546 h 1344417"/>
                  <a:gd name="connsiteX130" fmla="*/ 2066853 w 2067270"/>
                  <a:gd name="connsiteY130" fmla="*/ 913296 h 1344417"/>
                  <a:gd name="connsiteX131" fmla="*/ 2067271 w 2067270"/>
                  <a:gd name="connsiteY131" fmla="*/ 896027 h 1344417"/>
                  <a:gd name="connsiteX132" fmla="*/ 2066873 w 2067270"/>
                  <a:gd name="connsiteY132" fmla="*/ 878757 h 1344417"/>
                  <a:gd name="connsiteX133" fmla="*/ 917704 w 2067270"/>
                  <a:gd name="connsiteY133" fmla="*/ 205266 h 1344417"/>
                  <a:gd name="connsiteX134" fmla="*/ 917704 w 2067270"/>
                  <a:gd name="connsiteY134" fmla="*/ 205266 h 1344417"/>
                  <a:gd name="connsiteX135" fmla="*/ 917704 w 2067270"/>
                  <a:gd name="connsiteY135" fmla="*/ 205266 h 1344417"/>
                  <a:gd name="connsiteX136" fmla="*/ 916869 w 2067270"/>
                  <a:gd name="connsiteY136" fmla="*/ 205923 h 1344417"/>
                  <a:gd name="connsiteX137" fmla="*/ 917008 w 2067270"/>
                  <a:gd name="connsiteY137" fmla="*/ 205704 h 1344417"/>
                  <a:gd name="connsiteX138" fmla="*/ 917207 w 2067270"/>
                  <a:gd name="connsiteY138" fmla="*/ 205386 h 1344417"/>
                  <a:gd name="connsiteX139" fmla="*/ 917147 w 2067270"/>
                  <a:gd name="connsiteY139" fmla="*/ 205485 h 1344417"/>
                  <a:gd name="connsiteX140" fmla="*/ 916889 w 2067270"/>
                  <a:gd name="connsiteY140" fmla="*/ 205883 h 1344417"/>
                  <a:gd name="connsiteX141" fmla="*/ 916869 w 2067270"/>
                  <a:gd name="connsiteY141" fmla="*/ 205923 h 1344417"/>
                  <a:gd name="connsiteX142" fmla="*/ 1922357 w 2067270"/>
                  <a:gd name="connsiteY142" fmla="*/ 1169554 h 1344417"/>
                  <a:gd name="connsiteX143" fmla="*/ 1876751 w 2067270"/>
                  <a:gd name="connsiteY143" fmla="*/ 1213006 h 1344417"/>
                  <a:gd name="connsiteX144" fmla="*/ 1864379 w 2067270"/>
                  <a:gd name="connsiteY144" fmla="*/ 1222795 h 1344417"/>
                  <a:gd name="connsiteX145" fmla="*/ 1851571 w 2067270"/>
                  <a:gd name="connsiteY145" fmla="*/ 1231987 h 1344417"/>
                  <a:gd name="connsiteX146" fmla="*/ 1848368 w 2067270"/>
                  <a:gd name="connsiteY146" fmla="*/ 1234275 h 1344417"/>
                  <a:gd name="connsiteX147" fmla="*/ 1845067 w 2067270"/>
                  <a:gd name="connsiteY147" fmla="*/ 1236423 h 1344417"/>
                  <a:gd name="connsiteX148" fmla="*/ 1838444 w 2067270"/>
                  <a:gd name="connsiteY148" fmla="*/ 1240701 h 1344417"/>
                  <a:gd name="connsiteX149" fmla="*/ 1831820 w 2067270"/>
                  <a:gd name="connsiteY149" fmla="*/ 1244959 h 1344417"/>
                  <a:gd name="connsiteX150" fmla="*/ 1824998 w 2067270"/>
                  <a:gd name="connsiteY150" fmla="*/ 1248918 h 1344417"/>
                  <a:gd name="connsiteX151" fmla="*/ 1818176 w 2067270"/>
                  <a:gd name="connsiteY151" fmla="*/ 1252857 h 1344417"/>
                  <a:gd name="connsiteX152" fmla="*/ 1814755 w 2067270"/>
                  <a:gd name="connsiteY152" fmla="*/ 1254807 h 1344417"/>
                  <a:gd name="connsiteX153" fmla="*/ 1811255 w 2067270"/>
                  <a:gd name="connsiteY153" fmla="*/ 1256618 h 1344417"/>
                  <a:gd name="connsiteX154" fmla="*/ 1797233 w 2067270"/>
                  <a:gd name="connsiteY154" fmla="*/ 1263820 h 1344417"/>
                  <a:gd name="connsiteX155" fmla="*/ 1782873 w 2067270"/>
                  <a:gd name="connsiteY155" fmla="*/ 1270346 h 1344417"/>
                  <a:gd name="connsiteX156" fmla="*/ 1779273 w 2067270"/>
                  <a:gd name="connsiteY156" fmla="*/ 1271957 h 1344417"/>
                  <a:gd name="connsiteX157" fmla="*/ 1775613 w 2067270"/>
                  <a:gd name="connsiteY157" fmla="*/ 1273410 h 1344417"/>
                  <a:gd name="connsiteX158" fmla="*/ 1768274 w 2067270"/>
                  <a:gd name="connsiteY158" fmla="*/ 1276314 h 1344417"/>
                  <a:gd name="connsiteX159" fmla="*/ 1760935 w 2067270"/>
                  <a:gd name="connsiteY159" fmla="*/ 1279199 h 1344417"/>
                  <a:gd name="connsiteX160" fmla="*/ 1753476 w 2067270"/>
                  <a:gd name="connsiteY160" fmla="*/ 1281746 h 1344417"/>
                  <a:gd name="connsiteX161" fmla="*/ 1746018 w 2067270"/>
                  <a:gd name="connsiteY161" fmla="*/ 1284293 h 1344417"/>
                  <a:gd name="connsiteX162" fmla="*/ 1742278 w 2067270"/>
                  <a:gd name="connsiteY162" fmla="*/ 1285566 h 1344417"/>
                  <a:gd name="connsiteX163" fmla="*/ 1738480 w 2067270"/>
                  <a:gd name="connsiteY163" fmla="*/ 1286660 h 1344417"/>
                  <a:gd name="connsiteX164" fmla="*/ 1723304 w 2067270"/>
                  <a:gd name="connsiteY164" fmla="*/ 1290978 h 1344417"/>
                  <a:gd name="connsiteX165" fmla="*/ 1707949 w 2067270"/>
                  <a:gd name="connsiteY165" fmla="*/ 1294559 h 1344417"/>
                  <a:gd name="connsiteX166" fmla="*/ 1692475 w 2067270"/>
                  <a:gd name="connsiteY166" fmla="*/ 1297583 h 1344417"/>
                  <a:gd name="connsiteX167" fmla="*/ 1684718 w 2067270"/>
                  <a:gd name="connsiteY167" fmla="*/ 1298976 h 1344417"/>
                  <a:gd name="connsiteX168" fmla="*/ 1676902 w 2067270"/>
                  <a:gd name="connsiteY168" fmla="*/ 1300050 h 1344417"/>
                  <a:gd name="connsiteX169" fmla="*/ 1661249 w 2067270"/>
                  <a:gd name="connsiteY169" fmla="*/ 1301960 h 1344417"/>
                  <a:gd name="connsiteX170" fmla="*/ 1645536 w 2067270"/>
                  <a:gd name="connsiteY170" fmla="*/ 1303154 h 1344417"/>
                  <a:gd name="connsiteX171" fmla="*/ 1637660 w 2067270"/>
                  <a:gd name="connsiteY171" fmla="*/ 1303512 h 1344417"/>
                  <a:gd name="connsiteX172" fmla="*/ 1629784 w 2067270"/>
                  <a:gd name="connsiteY172" fmla="*/ 1303711 h 1344417"/>
                  <a:gd name="connsiteX173" fmla="*/ 1621908 w 2067270"/>
                  <a:gd name="connsiteY173" fmla="*/ 1303910 h 1344417"/>
                  <a:gd name="connsiteX174" fmla="*/ 504005 w 2067270"/>
                  <a:gd name="connsiteY174" fmla="*/ 1303910 h 1344417"/>
                  <a:gd name="connsiteX175" fmla="*/ 443899 w 2067270"/>
                  <a:gd name="connsiteY175" fmla="*/ 1303870 h 1344417"/>
                  <a:gd name="connsiteX176" fmla="*/ 381128 w 2067270"/>
                  <a:gd name="connsiteY176" fmla="*/ 1298717 h 1344417"/>
                  <a:gd name="connsiteX177" fmla="*/ 261732 w 2067270"/>
                  <a:gd name="connsiteY177" fmla="*/ 1259562 h 1344417"/>
                  <a:gd name="connsiteX178" fmla="*/ 234206 w 2067270"/>
                  <a:gd name="connsiteY178" fmla="*/ 1244163 h 1344417"/>
                  <a:gd name="connsiteX179" fmla="*/ 220959 w 2067270"/>
                  <a:gd name="connsiteY179" fmla="*/ 1235608 h 1344417"/>
                  <a:gd name="connsiteX180" fmla="*/ 214475 w 2067270"/>
                  <a:gd name="connsiteY180" fmla="*/ 1231131 h 1344417"/>
                  <a:gd name="connsiteX181" fmla="*/ 208071 w 2067270"/>
                  <a:gd name="connsiteY181" fmla="*/ 1226535 h 1344417"/>
                  <a:gd name="connsiteX182" fmla="*/ 160157 w 2067270"/>
                  <a:gd name="connsiteY182" fmla="*/ 1185649 h 1344417"/>
                  <a:gd name="connsiteX183" fmla="*/ 119165 w 2067270"/>
                  <a:gd name="connsiteY183" fmla="*/ 1137840 h 1344417"/>
                  <a:gd name="connsiteX184" fmla="*/ 86030 w 2067270"/>
                  <a:gd name="connsiteY184" fmla="*/ 1084261 h 1344417"/>
                  <a:gd name="connsiteX185" fmla="*/ 82469 w 2067270"/>
                  <a:gd name="connsiteY185" fmla="*/ 1077238 h 1344417"/>
                  <a:gd name="connsiteX186" fmla="*/ 79029 w 2067270"/>
                  <a:gd name="connsiteY186" fmla="*/ 1070155 h 1344417"/>
                  <a:gd name="connsiteX187" fmla="*/ 72584 w 2067270"/>
                  <a:gd name="connsiteY187" fmla="*/ 1055770 h 1344417"/>
                  <a:gd name="connsiteX188" fmla="*/ 61526 w 2067270"/>
                  <a:gd name="connsiteY188" fmla="*/ 1026245 h 1344417"/>
                  <a:gd name="connsiteX189" fmla="*/ 59020 w 2067270"/>
                  <a:gd name="connsiteY189" fmla="*/ 1018764 h 1344417"/>
                  <a:gd name="connsiteX190" fmla="*/ 56812 w 2067270"/>
                  <a:gd name="connsiteY190" fmla="*/ 1011203 h 1344417"/>
                  <a:gd name="connsiteX191" fmla="*/ 52635 w 2067270"/>
                  <a:gd name="connsiteY191" fmla="*/ 996003 h 1344417"/>
                  <a:gd name="connsiteX192" fmla="*/ 49115 w 2067270"/>
                  <a:gd name="connsiteY192" fmla="*/ 980644 h 1344417"/>
                  <a:gd name="connsiteX193" fmla="*/ 46251 w 2067270"/>
                  <a:gd name="connsiteY193" fmla="*/ 965145 h 1344417"/>
                  <a:gd name="connsiteX194" fmla="*/ 40503 w 2067270"/>
                  <a:gd name="connsiteY194" fmla="*/ 902453 h 1344417"/>
                  <a:gd name="connsiteX195" fmla="*/ 44302 w 2067270"/>
                  <a:gd name="connsiteY195" fmla="*/ 839622 h 1344417"/>
                  <a:gd name="connsiteX196" fmla="*/ 46768 w 2067270"/>
                  <a:gd name="connsiteY196" fmla="*/ 824064 h 1344417"/>
                  <a:gd name="connsiteX197" fmla="*/ 49791 w 2067270"/>
                  <a:gd name="connsiteY197" fmla="*/ 808585 h 1344417"/>
                  <a:gd name="connsiteX198" fmla="*/ 53371 w 2067270"/>
                  <a:gd name="connsiteY198" fmla="*/ 793226 h 1344417"/>
                  <a:gd name="connsiteX199" fmla="*/ 57648 w 2067270"/>
                  <a:gd name="connsiteY199" fmla="*/ 778045 h 1344417"/>
                  <a:gd name="connsiteX200" fmla="*/ 80381 w 2067270"/>
                  <a:gd name="connsiteY200" fmla="*/ 719273 h 1344417"/>
                  <a:gd name="connsiteX201" fmla="*/ 151804 w 2067270"/>
                  <a:gd name="connsiteY201" fmla="*/ 615915 h 1344417"/>
                  <a:gd name="connsiteX202" fmla="*/ 251310 w 2067270"/>
                  <a:gd name="connsiteY202" fmla="*/ 539236 h 1344417"/>
                  <a:gd name="connsiteX203" fmla="*/ 308831 w 2067270"/>
                  <a:gd name="connsiteY203" fmla="*/ 513491 h 1344417"/>
                  <a:gd name="connsiteX204" fmla="*/ 323767 w 2067270"/>
                  <a:gd name="connsiteY204" fmla="*/ 508458 h 1344417"/>
                  <a:gd name="connsiteX205" fmla="*/ 338923 w 2067270"/>
                  <a:gd name="connsiteY205" fmla="*/ 504100 h 1344417"/>
                  <a:gd name="connsiteX206" fmla="*/ 354218 w 2067270"/>
                  <a:gd name="connsiteY206" fmla="*/ 500300 h 1344417"/>
                  <a:gd name="connsiteX207" fmla="*/ 369652 w 2067270"/>
                  <a:gd name="connsiteY207" fmla="*/ 497057 h 1344417"/>
                  <a:gd name="connsiteX208" fmla="*/ 432244 w 2067270"/>
                  <a:gd name="connsiteY208" fmla="*/ 490193 h 1344417"/>
                  <a:gd name="connsiteX209" fmla="*/ 447877 w 2067270"/>
                  <a:gd name="connsiteY209" fmla="*/ 489855 h 1344417"/>
                  <a:gd name="connsiteX210" fmla="*/ 519400 w 2067270"/>
                  <a:gd name="connsiteY210" fmla="*/ 489855 h 1344417"/>
                  <a:gd name="connsiteX211" fmla="*/ 527017 w 2067270"/>
                  <a:gd name="connsiteY211" fmla="*/ 489577 h 1344417"/>
                  <a:gd name="connsiteX212" fmla="*/ 538613 w 2067270"/>
                  <a:gd name="connsiteY212" fmla="*/ 480524 h 1344417"/>
                  <a:gd name="connsiteX213" fmla="*/ 540383 w 2067270"/>
                  <a:gd name="connsiteY213" fmla="*/ 473123 h 1344417"/>
                  <a:gd name="connsiteX214" fmla="*/ 541735 w 2067270"/>
                  <a:gd name="connsiteY214" fmla="*/ 465602 h 1344417"/>
                  <a:gd name="connsiteX215" fmla="*/ 542968 w 2067270"/>
                  <a:gd name="connsiteY215" fmla="*/ 459773 h 1344417"/>
                  <a:gd name="connsiteX216" fmla="*/ 545494 w 2067270"/>
                  <a:gd name="connsiteY216" fmla="*/ 450083 h 1344417"/>
                  <a:gd name="connsiteX217" fmla="*/ 548319 w 2067270"/>
                  <a:gd name="connsiteY217" fmla="*/ 440494 h 1344417"/>
                  <a:gd name="connsiteX218" fmla="*/ 551441 w 2067270"/>
                  <a:gd name="connsiteY218" fmla="*/ 430984 h 1344417"/>
                  <a:gd name="connsiteX219" fmla="*/ 567154 w 2067270"/>
                  <a:gd name="connsiteY219" fmla="*/ 394216 h 1344417"/>
                  <a:gd name="connsiteX220" fmla="*/ 587700 w 2067270"/>
                  <a:gd name="connsiteY220" fmla="*/ 359936 h 1344417"/>
                  <a:gd name="connsiteX221" fmla="*/ 599613 w 2067270"/>
                  <a:gd name="connsiteY221" fmla="*/ 343880 h 1344417"/>
                  <a:gd name="connsiteX222" fmla="*/ 612681 w 2067270"/>
                  <a:gd name="connsiteY222" fmla="*/ 328739 h 1344417"/>
                  <a:gd name="connsiteX223" fmla="*/ 635633 w 2067270"/>
                  <a:gd name="connsiteY223" fmla="*/ 306257 h 1344417"/>
                  <a:gd name="connsiteX224" fmla="*/ 660952 w 2067270"/>
                  <a:gd name="connsiteY224" fmla="*/ 286501 h 1344417"/>
                  <a:gd name="connsiteX225" fmla="*/ 688221 w 2067270"/>
                  <a:gd name="connsiteY225" fmla="*/ 269510 h 1344417"/>
                  <a:gd name="connsiteX226" fmla="*/ 717259 w 2067270"/>
                  <a:gd name="connsiteY226" fmla="*/ 255722 h 1344417"/>
                  <a:gd name="connsiteX227" fmla="*/ 843000 w 2067270"/>
                  <a:gd name="connsiteY227" fmla="*/ 234095 h 1344417"/>
                  <a:gd name="connsiteX228" fmla="*/ 879099 w 2067270"/>
                  <a:gd name="connsiteY228" fmla="*/ 238114 h 1344417"/>
                  <a:gd name="connsiteX229" fmla="*/ 896880 w 2067270"/>
                  <a:gd name="connsiteY229" fmla="*/ 241735 h 1344417"/>
                  <a:gd name="connsiteX230" fmla="*/ 905671 w 2067270"/>
                  <a:gd name="connsiteY230" fmla="*/ 243944 h 1344417"/>
                  <a:gd name="connsiteX231" fmla="*/ 907461 w 2067270"/>
                  <a:gd name="connsiteY231" fmla="*/ 244421 h 1344417"/>
                  <a:gd name="connsiteX232" fmla="*/ 908834 w 2067270"/>
                  <a:gd name="connsiteY232" fmla="*/ 244819 h 1344417"/>
                  <a:gd name="connsiteX233" fmla="*/ 911578 w 2067270"/>
                  <a:gd name="connsiteY233" fmla="*/ 245615 h 1344417"/>
                  <a:gd name="connsiteX234" fmla="*/ 922438 w 2067270"/>
                  <a:gd name="connsiteY234" fmla="*/ 249216 h 1344417"/>
                  <a:gd name="connsiteX235" fmla="*/ 933636 w 2067270"/>
                  <a:gd name="connsiteY235" fmla="*/ 249713 h 1344417"/>
                  <a:gd name="connsiteX236" fmla="*/ 942447 w 2067270"/>
                  <a:gd name="connsiteY236" fmla="*/ 242770 h 1344417"/>
                  <a:gd name="connsiteX237" fmla="*/ 948016 w 2067270"/>
                  <a:gd name="connsiteY237" fmla="*/ 232762 h 1344417"/>
                  <a:gd name="connsiteX238" fmla="*/ 950243 w 2067270"/>
                  <a:gd name="connsiteY238" fmla="*/ 228982 h 1344417"/>
                  <a:gd name="connsiteX239" fmla="*/ 951337 w 2067270"/>
                  <a:gd name="connsiteY239" fmla="*/ 227132 h 1344417"/>
                  <a:gd name="connsiteX240" fmla="*/ 952968 w 2067270"/>
                  <a:gd name="connsiteY240" fmla="*/ 224565 h 1344417"/>
                  <a:gd name="connsiteX241" fmla="*/ 960447 w 2067270"/>
                  <a:gd name="connsiteY241" fmla="*/ 213065 h 1344417"/>
                  <a:gd name="connsiteX242" fmla="*/ 968323 w 2067270"/>
                  <a:gd name="connsiteY242" fmla="*/ 201824 h 1344417"/>
                  <a:gd name="connsiteX243" fmla="*/ 976577 w 2067270"/>
                  <a:gd name="connsiteY243" fmla="*/ 190882 h 1344417"/>
                  <a:gd name="connsiteX244" fmla="*/ 1013273 w 2067270"/>
                  <a:gd name="connsiteY244" fmla="*/ 150175 h 1344417"/>
                  <a:gd name="connsiteX245" fmla="*/ 1036822 w 2067270"/>
                  <a:gd name="connsiteY245" fmla="*/ 129145 h 1344417"/>
                  <a:gd name="connsiteX246" fmla="*/ 1062042 w 2067270"/>
                  <a:gd name="connsiteY246" fmla="*/ 110164 h 1344417"/>
                  <a:gd name="connsiteX247" fmla="*/ 1116618 w 2067270"/>
                  <a:gd name="connsiteY247" fmla="*/ 78471 h 1344417"/>
                  <a:gd name="connsiteX248" fmla="*/ 1175590 w 2067270"/>
                  <a:gd name="connsiteY248" fmla="*/ 55968 h 1344417"/>
                  <a:gd name="connsiteX249" fmla="*/ 1237426 w 2067270"/>
                  <a:gd name="connsiteY249" fmla="*/ 43355 h 1344417"/>
                  <a:gd name="connsiteX250" fmla="*/ 1363107 w 2067270"/>
                  <a:gd name="connsiteY250" fmla="*/ 48229 h 1344417"/>
                  <a:gd name="connsiteX251" fmla="*/ 1480693 w 2067270"/>
                  <a:gd name="connsiteY251" fmla="*/ 93014 h 1344417"/>
                  <a:gd name="connsiteX252" fmla="*/ 1645218 w 2067270"/>
                  <a:gd name="connsiteY252" fmla="*/ 279079 h 1344417"/>
                  <a:gd name="connsiteX253" fmla="*/ 1674913 w 2067270"/>
                  <a:gd name="connsiteY253" fmla="*/ 401379 h 1344417"/>
                  <a:gd name="connsiteX254" fmla="*/ 1676226 w 2067270"/>
                  <a:gd name="connsiteY254" fmla="*/ 432913 h 1344417"/>
                  <a:gd name="connsiteX255" fmla="*/ 1675828 w 2067270"/>
                  <a:gd name="connsiteY255" fmla="*/ 448790 h 1344417"/>
                  <a:gd name="connsiteX256" fmla="*/ 1675390 w 2067270"/>
                  <a:gd name="connsiteY256" fmla="*/ 456470 h 1344417"/>
                  <a:gd name="connsiteX257" fmla="*/ 1674993 w 2067270"/>
                  <a:gd name="connsiteY257" fmla="*/ 461524 h 1344417"/>
                  <a:gd name="connsiteX258" fmla="*/ 1673938 w 2067270"/>
                  <a:gd name="connsiteY258" fmla="*/ 471591 h 1344417"/>
                  <a:gd name="connsiteX259" fmla="*/ 1673421 w 2067270"/>
                  <a:gd name="connsiteY259" fmla="*/ 481638 h 1344417"/>
                  <a:gd name="connsiteX260" fmla="*/ 1678175 w 2067270"/>
                  <a:gd name="connsiteY260" fmla="*/ 490372 h 1344417"/>
                  <a:gd name="connsiteX261" fmla="*/ 1687145 w 2067270"/>
                  <a:gd name="connsiteY261" fmla="*/ 494670 h 1344417"/>
                  <a:gd name="connsiteX262" fmla="*/ 1697130 w 2067270"/>
                  <a:gd name="connsiteY262" fmla="*/ 496261 h 1344417"/>
                  <a:gd name="connsiteX263" fmla="*/ 1707233 w 2067270"/>
                  <a:gd name="connsiteY263" fmla="*/ 498271 h 1344417"/>
                  <a:gd name="connsiteX264" fmla="*/ 1710833 w 2067270"/>
                  <a:gd name="connsiteY264" fmla="*/ 499027 h 1344417"/>
                  <a:gd name="connsiteX265" fmla="*/ 1714672 w 2067270"/>
                  <a:gd name="connsiteY265" fmla="*/ 499922 h 1344417"/>
                  <a:gd name="connsiteX266" fmla="*/ 1722309 w 2067270"/>
                  <a:gd name="connsiteY266" fmla="*/ 501872 h 1344417"/>
                  <a:gd name="connsiteX267" fmla="*/ 1729947 w 2067270"/>
                  <a:gd name="connsiteY267" fmla="*/ 503842 h 1344417"/>
                  <a:gd name="connsiteX268" fmla="*/ 1737505 w 2067270"/>
                  <a:gd name="connsiteY268" fmla="*/ 506110 h 1344417"/>
                  <a:gd name="connsiteX269" fmla="*/ 1796278 w 2067270"/>
                  <a:gd name="connsiteY269" fmla="*/ 528851 h 1344417"/>
                  <a:gd name="connsiteX270" fmla="*/ 1899703 w 2067270"/>
                  <a:gd name="connsiteY270" fmla="*/ 600157 h 1344417"/>
                  <a:gd name="connsiteX271" fmla="*/ 1976496 w 2067270"/>
                  <a:gd name="connsiteY271" fmla="*/ 699556 h 1344417"/>
                  <a:gd name="connsiteX272" fmla="*/ 2019238 w 2067270"/>
                  <a:gd name="connsiteY272" fmla="*/ 817717 h 1344417"/>
                  <a:gd name="connsiteX273" fmla="*/ 2026438 w 2067270"/>
                  <a:gd name="connsiteY273" fmla="*/ 880289 h 1344417"/>
                  <a:gd name="connsiteX274" fmla="*/ 2026796 w 2067270"/>
                  <a:gd name="connsiteY274" fmla="*/ 896027 h 1344417"/>
                  <a:gd name="connsiteX275" fmla="*/ 2026418 w 2067270"/>
                  <a:gd name="connsiteY275" fmla="*/ 911764 h 1344417"/>
                  <a:gd name="connsiteX276" fmla="*/ 2025503 w 2067270"/>
                  <a:gd name="connsiteY276" fmla="*/ 927482 h 1344417"/>
                  <a:gd name="connsiteX277" fmla="*/ 2024051 w 2067270"/>
                  <a:gd name="connsiteY277" fmla="*/ 943160 h 1344417"/>
                  <a:gd name="connsiteX278" fmla="*/ 2022043 w 2067270"/>
                  <a:gd name="connsiteY278" fmla="*/ 958798 h 1344417"/>
                  <a:gd name="connsiteX279" fmla="*/ 2019298 w 2067270"/>
                  <a:gd name="connsiteY279" fmla="*/ 974317 h 1344417"/>
                  <a:gd name="connsiteX280" fmla="*/ 2018602 w 2067270"/>
                  <a:gd name="connsiteY280" fmla="*/ 978196 h 1344417"/>
                  <a:gd name="connsiteX281" fmla="*/ 2017726 w 2067270"/>
                  <a:gd name="connsiteY281" fmla="*/ 982036 h 1344417"/>
                  <a:gd name="connsiteX282" fmla="*/ 2015976 w 2067270"/>
                  <a:gd name="connsiteY282" fmla="*/ 989716 h 1344417"/>
                  <a:gd name="connsiteX283" fmla="*/ 2014206 w 2067270"/>
                  <a:gd name="connsiteY283" fmla="*/ 997396 h 1344417"/>
                  <a:gd name="connsiteX284" fmla="*/ 2012098 w 2067270"/>
                  <a:gd name="connsiteY284" fmla="*/ 1004996 h 1344417"/>
                  <a:gd name="connsiteX285" fmla="*/ 2009970 w 2067270"/>
                  <a:gd name="connsiteY285" fmla="*/ 1012576 h 1344417"/>
                  <a:gd name="connsiteX286" fmla="*/ 2007702 w 2067270"/>
                  <a:gd name="connsiteY286" fmla="*/ 1020117 h 1344417"/>
                  <a:gd name="connsiteX287" fmla="*/ 2002690 w 2067270"/>
                  <a:gd name="connsiteY287" fmla="*/ 1035058 h 1344417"/>
                  <a:gd name="connsiteX288" fmla="*/ 1990796 w 2067270"/>
                  <a:gd name="connsiteY288" fmla="*/ 1064246 h 1344417"/>
                  <a:gd name="connsiteX289" fmla="*/ 1922337 w 2067270"/>
                  <a:gd name="connsiteY289" fmla="*/ 1169554 h 1344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</a:cxnLst>
                <a:rect l="l" t="t" r="r" b="b"/>
                <a:pathLst>
                  <a:path w="2067270" h="1344417">
                    <a:moveTo>
                      <a:pt x="2066873" y="878698"/>
                    </a:moveTo>
                    <a:cubicBezTo>
                      <a:pt x="2065938" y="855658"/>
                      <a:pt x="2063313" y="832659"/>
                      <a:pt x="2058957" y="809958"/>
                    </a:cubicBezTo>
                    <a:cubicBezTo>
                      <a:pt x="2050206" y="764536"/>
                      <a:pt x="2034095" y="720586"/>
                      <a:pt x="2011939" y="680019"/>
                    </a:cubicBezTo>
                    <a:cubicBezTo>
                      <a:pt x="1989623" y="639511"/>
                      <a:pt x="1960982" y="602604"/>
                      <a:pt x="1927528" y="570751"/>
                    </a:cubicBezTo>
                    <a:cubicBezTo>
                      <a:pt x="1894015" y="538938"/>
                      <a:pt x="1855449" y="512496"/>
                      <a:pt x="1813801" y="492362"/>
                    </a:cubicBezTo>
                    <a:cubicBezTo>
                      <a:pt x="1792996" y="482235"/>
                      <a:pt x="1771277" y="474018"/>
                      <a:pt x="1749140" y="467333"/>
                    </a:cubicBezTo>
                    <a:cubicBezTo>
                      <a:pt x="1746376" y="466497"/>
                      <a:pt x="1743611" y="465622"/>
                      <a:pt x="1740826" y="464846"/>
                    </a:cubicBezTo>
                    <a:lnTo>
                      <a:pt x="1732433" y="462677"/>
                    </a:lnTo>
                    <a:lnTo>
                      <a:pt x="1724020" y="460529"/>
                    </a:lnTo>
                    <a:cubicBezTo>
                      <a:pt x="1722628" y="460151"/>
                      <a:pt x="1721216" y="459812"/>
                      <a:pt x="1719803" y="459534"/>
                    </a:cubicBezTo>
                    <a:lnTo>
                      <a:pt x="1716343" y="458818"/>
                    </a:lnTo>
                    <a:lnTo>
                      <a:pt x="1715786" y="458718"/>
                    </a:lnTo>
                    <a:lnTo>
                      <a:pt x="1716243" y="450680"/>
                    </a:lnTo>
                    <a:cubicBezTo>
                      <a:pt x="1716522" y="444851"/>
                      <a:pt x="1716661" y="438962"/>
                      <a:pt x="1716681" y="433013"/>
                    </a:cubicBezTo>
                    <a:cubicBezTo>
                      <a:pt x="1716422" y="421374"/>
                      <a:pt x="1716363" y="409814"/>
                      <a:pt x="1715249" y="398235"/>
                    </a:cubicBezTo>
                    <a:cubicBezTo>
                      <a:pt x="1711887" y="351918"/>
                      <a:pt x="1700411" y="306158"/>
                      <a:pt x="1682471" y="263262"/>
                    </a:cubicBezTo>
                    <a:cubicBezTo>
                      <a:pt x="1646014" y="177631"/>
                      <a:pt x="1581652" y="104375"/>
                      <a:pt x="1501000" y="58018"/>
                    </a:cubicBezTo>
                    <a:cubicBezTo>
                      <a:pt x="1460903" y="34501"/>
                      <a:pt x="1416689" y="18067"/>
                      <a:pt x="1371162" y="8577"/>
                    </a:cubicBezTo>
                    <a:cubicBezTo>
                      <a:pt x="1325496" y="-456"/>
                      <a:pt x="1278637" y="-2525"/>
                      <a:pt x="1232533" y="3185"/>
                    </a:cubicBezTo>
                    <a:cubicBezTo>
                      <a:pt x="1209482" y="6010"/>
                      <a:pt x="1186609" y="10626"/>
                      <a:pt x="1164293" y="17112"/>
                    </a:cubicBezTo>
                    <a:cubicBezTo>
                      <a:pt x="1141977" y="23658"/>
                      <a:pt x="1120178" y="31974"/>
                      <a:pt x="1099195" y="41942"/>
                    </a:cubicBezTo>
                    <a:cubicBezTo>
                      <a:pt x="1078172" y="51870"/>
                      <a:pt x="1058084" y="63708"/>
                      <a:pt x="1038990" y="76919"/>
                    </a:cubicBezTo>
                    <a:cubicBezTo>
                      <a:pt x="1029403" y="83484"/>
                      <a:pt x="1020214" y="90587"/>
                      <a:pt x="1011165" y="97869"/>
                    </a:cubicBezTo>
                    <a:cubicBezTo>
                      <a:pt x="1002254" y="105310"/>
                      <a:pt x="993483" y="112930"/>
                      <a:pt x="985189" y="121047"/>
                    </a:cubicBezTo>
                    <a:cubicBezTo>
                      <a:pt x="970670" y="135034"/>
                      <a:pt x="957145" y="150055"/>
                      <a:pt x="944694" y="165952"/>
                    </a:cubicBezTo>
                    <a:cubicBezTo>
                      <a:pt x="941532" y="169872"/>
                      <a:pt x="938568" y="173970"/>
                      <a:pt x="935585" y="178029"/>
                    </a:cubicBezTo>
                    <a:cubicBezTo>
                      <a:pt x="932542" y="182068"/>
                      <a:pt x="929757" y="186266"/>
                      <a:pt x="926893" y="190424"/>
                    </a:cubicBezTo>
                    <a:cubicBezTo>
                      <a:pt x="923989" y="194562"/>
                      <a:pt x="921364" y="198880"/>
                      <a:pt x="918639" y="203117"/>
                    </a:cubicBezTo>
                    <a:lnTo>
                      <a:pt x="917625" y="204709"/>
                    </a:lnTo>
                    <a:lnTo>
                      <a:pt x="917326" y="205187"/>
                    </a:lnTo>
                    <a:lnTo>
                      <a:pt x="917326" y="205187"/>
                    </a:lnTo>
                    <a:lnTo>
                      <a:pt x="916093" y="204848"/>
                    </a:lnTo>
                    <a:cubicBezTo>
                      <a:pt x="912792" y="203953"/>
                      <a:pt x="909470" y="203137"/>
                      <a:pt x="906129" y="202342"/>
                    </a:cubicBezTo>
                    <a:cubicBezTo>
                      <a:pt x="899466" y="200790"/>
                      <a:pt x="892743" y="199377"/>
                      <a:pt x="885981" y="198243"/>
                    </a:cubicBezTo>
                    <a:cubicBezTo>
                      <a:pt x="872456" y="195875"/>
                      <a:pt x="858752" y="194383"/>
                      <a:pt x="844989" y="193667"/>
                    </a:cubicBezTo>
                    <a:cubicBezTo>
                      <a:pt x="796359" y="191399"/>
                      <a:pt x="746994" y="199516"/>
                      <a:pt x="701845" y="218298"/>
                    </a:cubicBezTo>
                    <a:cubicBezTo>
                      <a:pt x="690508" y="222834"/>
                      <a:pt x="679569" y="228286"/>
                      <a:pt x="668789" y="234016"/>
                    </a:cubicBezTo>
                    <a:cubicBezTo>
                      <a:pt x="658168" y="240004"/>
                      <a:pt x="647686" y="246271"/>
                      <a:pt x="637761" y="253354"/>
                    </a:cubicBezTo>
                    <a:cubicBezTo>
                      <a:pt x="627697" y="260238"/>
                      <a:pt x="618230" y="267938"/>
                      <a:pt x="608961" y="275836"/>
                    </a:cubicBezTo>
                    <a:cubicBezTo>
                      <a:pt x="599892" y="283974"/>
                      <a:pt x="591041" y="292350"/>
                      <a:pt x="582866" y="301383"/>
                    </a:cubicBezTo>
                    <a:cubicBezTo>
                      <a:pt x="577655" y="306894"/>
                      <a:pt x="572862" y="312763"/>
                      <a:pt x="568009" y="318592"/>
                    </a:cubicBezTo>
                    <a:cubicBezTo>
                      <a:pt x="563375" y="324581"/>
                      <a:pt x="558701" y="330570"/>
                      <a:pt x="554445" y="336837"/>
                    </a:cubicBezTo>
                    <a:cubicBezTo>
                      <a:pt x="545813" y="349292"/>
                      <a:pt x="537877" y="362283"/>
                      <a:pt x="531075" y="375832"/>
                    </a:cubicBezTo>
                    <a:cubicBezTo>
                      <a:pt x="524233" y="389381"/>
                      <a:pt x="518087" y="403289"/>
                      <a:pt x="513194" y="417673"/>
                    </a:cubicBezTo>
                    <a:cubicBezTo>
                      <a:pt x="511861" y="421235"/>
                      <a:pt x="510767" y="424856"/>
                      <a:pt x="509634" y="428497"/>
                    </a:cubicBezTo>
                    <a:cubicBezTo>
                      <a:pt x="508540" y="432137"/>
                      <a:pt x="507327" y="435739"/>
                      <a:pt x="506432" y="439419"/>
                    </a:cubicBezTo>
                    <a:lnTo>
                      <a:pt x="503846" y="449407"/>
                    </a:lnTo>
                    <a:lnTo>
                      <a:pt x="445988" y="449407"/>
                    </a:lnTo>
                    <a:lnTo>
                      <a:pt x="443860" y="449447"/>
                    </a:lnTo>
                    <a:lnTo>
                      <a:pt x="439544" y="449546"/>
                    </a:lnTo>
                    <a:lnTo>
                      <a:pt x="430912" y="449765"/>
                    </a:lnTo>
                    <a:cubicBezTo>
                      <a:pt x="407900" y="450601"/>
                      <a:pt x="384828" y="452809"/>
                      <a:pt x="362134" y="457306"/>
                    </a:cubicBezTo>
                    <a:cubicBezTo>
                      <a:pt x="356426" y="458221"/>
                      <a:pt x="350797" y="459594"/>
                      <a:pt x="345168" y="460867"/>
                    </a:cubicBezTo>
                    <a:cubicBezTo>
                      <a:pt x="339540" y="462180"/>
                      <a:pt x="333871" y="463374"/>
                      <a:pt x="328342" y="465045"/>
                    </a:cubicBezTo>
                    <a:cubicBezTo>
                      <a:pt x="322773" y="466637"/>
                      <a:pt x="317184" y="468129"/>
                      <a:pt x="311675" y="469840"/>
                    </a:cubicBezTo>
                    <a:lnTo>
                      <a:pt x="295226" y="475391"/>
                    </a:lnTo>
                    <a:cubicBezTo>
                      <a:pt x="273467" y="483270"/>
                      <a:pt x="252285" y="492740"/>
                      <a:pt x="231938" y="503742"/>
                    </a:cubicBezTo>
                    <a:cubicBezTo>
                      <a:pt x="191443" y="526105"/>
                      <a:pt x="154171" y="554377"/>
                      <a:pt x="122467" y="588061"/>
                    </a:cubicBezTo>
                    <a:cubicBezTo>
                      <a:pt x="90485" y="621466"/>
                      <a:pt x="64171" y="660163"/>
                      <a:pt x="43924" y="701745"/>
                    </a:cubicBezTo>
                    <a:cubicBezTo>
                      <a:pt x="33999" y="722655"/>
                      <a:pt x="25646" y="744282"/>
                      <a:pt x="18903" y="766406"/>
                    </a:cubicBezTo>
                    <a:lnTo>
                      <a:pt x="14189" y="783099"/>
                    </a:lnTo>
                    <a:cubicBezTo>
                      <a:pt x="12777" y="788709"/>
                      <a:pt x="11544" y="794360"/>
                      <a:pt x="10251" y="799990"/>
                    </a:cubicBezTo>
                    <a:cubicBezTo>
                      <a:pt x="8859" y="805601"/>
                      <a:pt x="7944" y="811311"/>
                      <a:pt x="6930" y="817001"/>
                    </a:cubicBezTo>
                    <a:cubicBezTo>
                      <a:pt x="5935" y="822691"/>
                      <a:pt x="4841" y="828361"/>
                      <a:pt x="4205" y="834111"/>
                    </a:cubicBezTo>
                    <a:cubicBezTo>
                      <a:pt x="843" y="857011"/>
                      <a:pt x="-191" y="880110"/>
                      <a:pt x="28" y="903110"/>
                    </a:cubicBezTo>
                    <a:cubicBezTo>
                      <a:pt x="167" y="926129"/>
                      <a:pt x="2574" y="949168"/>
                      <a:pt x="6333" y="971929"/>
                    </a:cubicBezTo>
                    <a:cubicBezTo>
                      <a:pt x="7387" y="977600"/>
                      <a:pt x="8222" y="983329"/>
                      <a:pt x="9495" y="988960"/>
                    </a:cubicBezTo>
                    <a:lnTo>
                      <a:pt x="13354" y="1005851"/>
                    </a:lnTo>
                    <a:cubicBezTo>
                      <a:pt x="14726" y="1011462"/>
                      <a:pt x="16397" y="1016993"/>
                      <a:pt x="17948" y="1022564"/>
                    </a:cubicBezTo>
                    <a:cubicBezTo>
                      <a:pt x="18764" y="1025329"/>
                      <a:pt x="19460" y="1028155"/>
                      <a:pt x="20395" y="1030880"/>
                    </a:cubicBezTo>
                    <a:lnTo>
                      <a:pt x="23139" y="1039097"/>
                    </a:lnTo>
                    <a:cubicBezTo>
                      <a:pt x="26620" y="1050120"/>
                      <a:pt x="31016" y="1060824"/>
                      <a:pt x="35292" y="1071547"/>
                    </a:cubicBezTo>
                    <a:lnTo>
                      <a:pt x="42372" y="1087364"/>
                    </a:lnTo>
                    <a:cubicBezTo>
                      <a:pt x="43506" y="1090011"/>
                      <a:pt x="44859" y="1092577"/>
                      <a:pt x="46151" y="1095163"/>
                    </a:cubicBezTo>
                    <a:lnTo>
                      <a:pt x="50070" y="1102883"/>
                    </a:lnTo>
                    <a:cubicBezTo>
                      <a:pt x="60750" y="1123356"/>
                      <a:pt x="72763" y="1143172"/>
                      <a:pt x="86487" y="1161775"/>
                    </a:cubicBezTo>
                    <a:cubicBezTo>
                      <a:pt x="100191" y="1180357"/>
                      <a:pt x="115267" y="1197945"/>
                      <a:pt x="131556" y="1214319"/>
                    </a:cubicBezTo>
                    <a:cubicBezTo>
                      <a:pt x="147886" y="1230674"/>
                      <a:pt x="165607" y="1245595"/>
                      <a:pt x="184243" y="1259264"/>
                    </a:cubicBezTo>
                    <a:lnTo>
                      <a:pt x="191284" y="1264317"/>
                    </a:lnTo>
                    <a:cubicBezTo>
                      <a:pt x="193651" y="1265989"/>
                      <a:pt x="195958" y="1267719"/>
                      <a:pt x="198425" y="1269251"/>
                    </a:cubicBezTo>
                    <a:lnTo>
                      <a:pt x="213003" y="1278662"/>
                    </a:lnTo>
                    <a:cubicBezTo>
                      <a:pt x="222968" y="1284551"/>
                      <a:pt x="232893" y="1290480"/>
                      <a:pt x="243275" y="1295613"/>
                    </a:cubicBezTo>
                    <a:cubicBezTo>
                      <a:pt x="284387" y="1316882"/>
                      <a:pt x="329058" y="1331247"/>
                      <a:pt x="374704" y="1338707"/>
                    </a:cubicBezTo>
                    <a:cubicBezTo>
                      <a:pt x="397557" y="1342229"/>
                      <a:pt x="420629" y="1344258"/>
                      <a:pt x="443700" y="1344378"/>
                    </a:cubicBezTo>
                    <a:lnTo>
                      <a:pt x="504005" y="1344418"/>
                    </a:lnTo>
                    <a:lnTo>
                      <a:pt x="1621948" y="1344418"/>
                    </a:lnTo>
                    <a:lnTo>
                      <a:pt x="1630600" y="1344199"/>
                    </a:lnTo>
                    <a:lnTo>
                      <a:pt x="1639251" y="1343980"/>
                    </a:lnTo>
                    <a:cubicBezTo>
                      <a:pt x="1642135" y="1343920"/>
                      <a:pt x="1645019" y="1343841"/>
                      <a:pt x="1647903" y="1343582"/>
                    </a:cubicBezTo>
                    <a:lnTo>
                      <a:pt x="1665167" y="1342249"/>
                    </a:lnTo>
                    <a:cubicBezTo>
                      <a:pt x="1670915" y="1341692"/>
                      <a:pt x="1676643" y="1340856"/>
                      <a:pt x="1682372" y="1340160"/>
                    </a:cubicBezTo>
                    <a:cubicBezTo>
                      <a:pt x="1685236" y="1339762"/>
                      <a:pt x="1688120" y="1339483"/>
                      <a:pt x="1690964" y="1338966"/>
                    </a:cubicBezTo>
                    <a:lnTo>
                      <a:pt x="1699516" y="1337454"/>
                    </a:lnTo>
                    <a:cubicBezTo>
                      <a:pt x="1705205" y="1336380"/>
                      <a:pt x="1710933" y="1335544"/>
                      <a:pt x="1716542" y="1334131"/>
                    </a:cubicBezTo>
                    <a:lnTo>
                      <a:pt x="1733447" y="1330172"/>
                    </a:lnTo>
                    <a:lnTo>
                      <a:pt x="1750155" y="1325417"/>
                    </a:lnTo>
                    <a:lnTo>
                      <a:pt x="1754331" y="1324204"/>
                    </a:lnTo>
                    <a:lnTo>
                      <a:pt x="1758448" y="1322811"/>
                    </a:lnTo>
                    <a:lnTo>
                      <a:pt x="1766663" y="1320025"/>
                    </a:lnTo>
                    <a:lnTo>
                      <a:pt x="1774877" y="1317220"/>
                    </a:lnTo>
                    <a:lnTo>
                      <a:pt x="1782952" y="1314037"/>
                    </a:lnTo>
                    <a:lnTo>
                      <a:pt x="1791027" y="1310834"/>
                    </a:lnTo>
                    <a:lnTo>
                      <a:pt x="1795065" y="1309222"/>
                    </a:lnTo>
                    <a:lnTo>
                      <a:pt x="1799023" y="1307451"/>
                    </a:lnTo>
                    <a:lnTo>
                      <a:pt x="1814815" y="1300249"/>
                    </a:lnTo>
                    <a:lnTo>
                      <a:pt x="1830249" y="1292330"/>
                    </a:lnTo>
                    <a:lnTo>
                      <a:pt x="1834108" y="1290341"/>
                    </a:lnTo>
                    <a:lnTo>
                      <a:pt x="1837867" y="1288192"/>
                    </a:lnTo>
                    <a:lnTo>
                      <a:pt x="1845385" y="1283855"/>
                    </a:lnTo>
                    <a:lnTo>
                      <a:pt x="1852883" y="1279498"/>
                    </a:lnTo>
                    <a:lnTo>
                      <a:pt x="1860183" y="1274822"/>
                    </a:lnTo>
                    <a:lnTo>
                      <a:pt x="1867462" y="1270107"/>
                    </a:lnTo>
                    <a:lnTo>
                      <a:pt x="1871102" y="1267739"/>
                    </a:lnTo>
                    <a:lnTo>
                      <a:pt x="1874642" y="1265232"/>
                    </a:lnTo>
                    <a:lnTo>
                      <a:pt x="1888724" y="1255125"/>
                    </a:lnTo>
                    <a:lnTo>
                      <a:pt x="1902328" y="1244382"/>
                    </a:lnTo>
                    <a:cubicBezTo>
                      <a:pt x="1920189" y="1229718"/>
                      <a:pt x="1936956" y="1213742"/>
                      <a:pt x="1952450" y="1196632"/>
                    </a:cubicBezTo>
                    <a:cubicBezTo>
                      <a:pt x="1983139" y="1162133"/>
                      <a:pt x="2008915" y="1123137"/>
                      <a:pt x="2027711" y="1080898"/>
                    </a:cubicBezTo>
                    <a:cubicBezTo>
                      <a:pt x="2032624" y="1070433"/>
                      <a:pt x="2036661" y="1059590"/>
                      <a:pt x="2040778" y="1048786"/>
                    </a:cubicBezTo>
                    <a:lnTo>
                      <a:pt x="2046288" y="1032353"/>
                    </a:lnTo>
                    <a:cubicBezTo>
                      <a:pt x="2047242" y="1029627"/>
                      <a:pt x="2047998" y="1026842"/>
                      <a:pt x="2048794" y="1024056"/>
                    </a:cubicBezTo>
                    <a:lnTo>
                      <a:pt x="2051141" y="1015720"/>
                    </a:lnTo>
                    <a:cubicBezTo>
                      <a:pt x="2051916" y="1012934"/>
                      <a:pt x="2052732" y="1010169"/>
                      <a:pt x="2053448" y="1007364"/>
                    </a:cubicBezTo>
                    <a:lnTo>
                      <a:pt x="2055397" y="998928"/>
                    </a:lnTo>
                    <a:lnTo>
                      <a:pt x="2057326" y="990472"/>
                    </a:lnTo>
                    <a:lnTo>
                      <a:pt x="2058281" y="986254"/>
                    </a:lnTo>
                    <a:lnTo>
                      <a:pt x="2059057" y="981996"/>
                    </a:lnTo>
                    <a:lnTo>
                      <a:pt x="2062060" y="964946"/>
                    </a:lnTo>
                    <a:cubicBezTo>
                      <a:pt x="2062856" y="959236"/>
                      <a:pt x="2063552" y="953506"/>
                      <a:pt x="2064268" y="947776"/>
                    </a:cubicBezTo>
                    <a:cubicBezTo>
                      <a:pt x="2065083" y="942066"/>
                      <a:pt x="2065421" y="936296"/>
                      <a:pt x="2065859" y="930546"/>
                    </a:cubicBezTo>
                    <a:cubicBezTo>
                      <a:pt x="2066276" y="924796"/>
                      <a:pt x="2066814" y="919046"/>
                      <a:pt x="2066853" y="913296"/>
                    </a:cubicBezTo>
                    <a:lnTo>
                      <a:pt x="2067271" y="896027"/>
                    </a:lnTo>
                    <a:lnTo>
                      <a:pt x="2066873" y="878757"/>
                    </a:lnTo>
                    <a:close/>
                    <a:moveTo>
                      <a:pt x="917704" y="205266"/>
                    </a:moveTo>
                    <a:lnTo>
                      <a:pt x="917704" y="205266"/>
                    </a:lnTo>
                    <a:cubicBezTo>
                      <a:pt x="917704" y="205266"/>
                      <a:pt x="917744" y="205266"/>
                      <a:pt x="917704" y="205266"/>
                    </a:cubicBezTo>
                    <a:close/>
                    <a:moveTo>
                      <a:pt x="916869" y="205923"/>
                    </a:moveTo>
                    <a:lnTo>
                      <a:pt x="917008" y="205704"/>
                    </a:lnTo>
                    <a:lnTo>
                      <a:pt x="917207" y="205386"/>
                    </a:lnTo>
                    <a:lnTo>
                      <a:pt x="917147" y="205485"/>
                    </a:lnTo>
                    <a:lnTo>
                      <a:pt x="916889" y="205883"/>
                    </a:lnTo>
                    <a:cubicBezTo>
                      <a:pt x="916889" y="205883"/>
                      <a:pt x="916809" y="206022"/>
                      <a:pt x="916869" y="205923"/>
                    </a:cubicBezTo>
                    <a:close/>
                    <a:moveTo>
                      <a:pt x="1922357" y="1169554"/>
                    </a:moveTo>
                    <a:cubicBezTo>
                      <a:pt x="1908235" y="1185132"/>
                      <a:pt x="1892980" y="1199656"/>
                      <a:pt x="1876751" y="1213006"/>
                    </a:cubicBezTo>
                    <a:lnTo>
                      <a:pt x="1864379" y="1222795"/>
                    </a:lnTo>
                    <a:lnTo>
                      <a:pt x="1851571" y="1231987"/>
                    </a:lnTo>
                    <a:lnTo>
                      <a:pt x="1848368" y="1234275"/>
                    </a:lnTo>
                    <a:lnTo>
                      <a:pt x="1845067" y="1236423"/>
                    </a:lnTo>
                    <a:lnTo>
                      <a:pt x="1838444" y="1240701"/>
                    </a:lnTo>
                    <a:lnTo>
                      <a:pt x="1831820" y="1244959"/>
                    </a:lnTo>
                    <a:lnTo>
                      <a:pt x="1824998" y="1248918"/>
                    </a:lnTo>
                    <a:lnTo>
                      <a:pt x="1818176" y="1252857"/>
                    </a:lnTo>
                    <a:lnTo>
                      <a:pt x="1814755" y="1254807"/>
                    </a:lnTo>
                    <a:lnTo>
                      <a:pt x="1811255" y="1256618"/>
                    </a:lnTo>
                    <a:lnTo>
                      <a:pt x="1797233" y="1263820"/>
                    </a:lnTo>
                    <a:lnTo>
                      <a:pt x="1782873" y="1270346"/>
                    </a:lnTo>
                    <a:lnTo>
                      <a:pt x="1779273" y="1271957"/>
                    </a:lnTo>
                    <a:lnTo>
                      <a:pt x="1775613" y="1273410"/>
                    </a:lnTo>
                    <a:lnTo>
                      <a:pt x="1768274" y="1276314"/>
                    </a:lnTo>
                    <a:lnTo>
                      <a:pt x="1760935" y="1279199"/>
                    </a:lnTo>
                    <a:lnTo>
                      <a:pt x="1753476" y="1281746"/>
                    </a:lnTo>
                    <a:lnTo>
                      <a:pt x="1746018" y="1284293"/>
                    </a:lnTo>
                    <a:lnTo>
                      <a:pt x="1742278" y="1285566"/>
                    </a:lnTo>
                    <a:lnTo>
                      <a:pt x="1738480" y="1286660"/>
                    </a:lnTo>
                    <a:lnTo>
                      <a:pt x="1723304" y="1290978"/>
                    </a:lnTo>
                    <a:lnTo>
                      <a:pt x="1707949" y="1294559"/>
                    </a:lnTo>
                    <a:cubicBezTo>
                      <a:pt x="1702858" y="1295852"/>
                      <a:pt x="1697647" y="1296608"/>
                      <a:pt x="1692475" y="1297583"/>
                    </a:cubicBezTo>
                    <a:lnTo>
                      <a:pt x="1684718" y="1298976"/>
                    </a:lnTo>
                    <a:cubicBezTo>
                      <a:pt x="1682133" y="1299453"/>
                      <a:pt x="1679507" y="1299692"/>
                      <a:pt x="1676902" y="1300050"/>
                    </a:cubicBezTo>
                    <a:cubicBezTo>
                      <a:pt x="1671691" y="1300687"/>
                      <a:pt x="1666480" y="1301463"/>
                      <a:pt x="1661249" y="1301960"/>
                    </a:cubicBezTo>
                    <a:lnTo>
                      <a:pt x="1645536" y="1303154"/>
                    </a:lnTo>
                    <a:cubicBezTo>
                      <a:pt x="1642911" y="1303393"/>
                      <a:pt x="1640286" y="1303472"/>
                      <a:pt x="1637660" y="1303512"/>
                    </a:cubicBezTo>
                    <a:lnTo>
                      <a:pt x="1629784" y="1303711"/>
                    </a:lnTo>
                    <a:lnTo>
                      <a:pt x="1621908" y="1303910"/>
                    </a:lnTo>
                    <a:lnTo>
                      <a:pt x="504005" y="1303910"/>
                    </a:lnTo>
                    <a:lnTo>
                      <a:pt x="443899" y="1303870"/>
                    </a:lnTo>
                    <a:cubicBezTo>
                      <a:pt x="422896" y="1303751"/>
                      <a:pt x="401913" y="1301900"/>
                      <a:pt x="381128" y="1298717"/>
                    </a:cubicBezTo>
                    <a:cubicBezTo>
                      <a:pt x="339639" y="1291933"/>
                      <a:pt x="299085" y="1278901"/>
                      <a:pt x="261732" y="1259562"/>
                    </a:cubicBezTo>
                    <a:cubicBezTo>
                      <a:pt x="252305" y="1254907"/>
                      <a:pt x="243275" y="1249495"/>
                      <a:pt x="234206" y="1244163"/>
                    </a:cubicBezTo>
                    <a:lnTo>
                      <a:pt x="220959" y="1235608"/>
                    </a:lnTo>
                    <a:cubicBezTo>
                      <a:pt x="218732" y="1234215"/>
                      <a:pt x="216623" y="1232643"/>
                      <a:pt x="214475" y="1231131"/>
                    </a:cubicBezTo>
                    <a:lnTo>
                      <a:pt x="208071" y="1226535"/>
                    </a:lnTo>
                    <a:cubicBezTo>
                      <a:pt x="191125" y="1214100"/>
                      <a:pt x="174995" y="1200531"/>
                      <a:pt x="160157" y="1185649"/>
                    </a:cubicBezTo>
                    <a:cubicBezTo>
                      <a:pt x="145340" y="1170728"/>
                      <a:pt x="131636" y="1154751"/>
                      <a:pt x="119165" y="1137840"/>
                    </a:cubicBezTo>
                    <a:cubicBezTo>
                      <a:pt x="106675" y="1120929"/>
                      <a:pt x="95775" y="1102883"/>
                      <a:pt x="86030" y="1084261"/>
                    </a:cubicBezTo>
                    <a:lnTo>
                      <a:pt x="82469" y="1077238"/>
                    </a:lnTo>
                    <a:cubicBezTo>
                      <a:pt x="81276" y="1074890"/>
                      <a:pt x="80063" y="1072562"/>
                      <a:pt x="79029" y="1070155"/>
                    </a:cubicBezTo>
                    <a:lnTo>
                      <a:pt x="72584" y="1055770"/>
                    </a:lnTo>
                    <a:cubicBezTo>
                      <a:pt x="68706" y="1046001"/>
                      <a:pt x="64688" y="1036272"/>
                      <a:pt x="61526" y="1026245"/>
                    </a:cubicBezTo>
                    <a:lnTo>
                      <a:pt x="59020" y="1018764"/>
                    </a:lnTo>
                    <a:cubicBezTo>
                      <a:pt x="58165" y="1016277"/>
                      <a:pt x="57548" y="1013710"/>
                      <a:pt x="56812" y="1011203"/>
                    </a:cubicBezTo>
                    <a:cubicBezTo>
                      <a:pt x="55420" y="1006130"/>
                      <a:pt x="53869" y="1001116"/>
                      <a:pt x="52635" y="996003"/>
                    </a:cubicBezTo>
                    <a:lnTo>
                      <a:pt x="49115" y="980644"/>
                    </a:lnTo>
                    <a:cubicBezTo>
                      <a:pt x="47961" y="975510"/>
                      <a:pt x="47206" y="970318"/>
                      <a:pt x="46251" y="965145"/>
                    </a:cubicBezTo>
                    <a:cubicBezTo>
                      <a:pt x="42850" y="944433"/>
                      <a:pt x="40622" y="923463"/>
                      <a:pt x="40503" y="902453"/>
                    </a:cubicBezTo>
                    <a:cubicBezTo>
                      <a:pt x="40324" y="881483"/>
                      <a:pt x="41219" y="860433"/>
                      <a:pt x="44302" y="839622"/>
                    </a:cubicBezTo>
                    <a:cubicBezTo>
                      <a:pt x="44859" y="834390"/>
                      <a:pt x="45873" y="829237"/>
                      <a:pt x="46768" y="824064"/>
                    </a:cubicBezTo>
                    <a:cubicBezTo>
                      <a:pt x="47703" y="818891"/>
                      <a:pt x="48518" y="813698"/>
                      <a:pt x="49791" y="808585"/>
                    </a:cubicBezTo>
                    <a:cubicBezTo>
                      <a:pt x="50985" y="803472"/>
                      <a:pt x="52078" y="798319"/>
                      <a:pt x="53371" y="793226"/>
                    </a:cubicBezTo>
                    <a:lnTo>
                      <a:pt x="57648" y="778045"/>
                    </a:lnTo>
                    <a:cubicBezTo>
                      <a:pt x="63793" y="757930"/>
                      <a:pt x="71391" y="738273"/>
                      <a:pt x="80381" y="719273"/>
                    </a:cubicBezTo>
                    <a:cubicBezTo>
                      <a:pt x="98799" y="681491"/>
                      <a:pt x="122706" y="646295"/>
                      <a:pt x="151804" y="615915"/>
                    </a:cubicBezTo>
                    <a:cubicBezTo>
                      <a:pt x="180624" y="585275"/>
                      <a:pt x="214535" y="559570"/>
                      <a:pt x="251310" y="539236"/>
                    </a:cubicBezTo>
                    <a:cubicBezTo>
                      <a:pt x="269827" y="529249"/>
                      <a:pt x="289061" y="520634"/>
                      <a:pt x="308831" y="513491"/>
                    </a:cubicBezTo>
                    <a:lnTo>
                      <a:pt x="323767" y="508458"/>
                    </a:lnTo>
                    <a:cubicBezTo>
                      <a:pt x="328780" y="506906"/>
                      <a:pt x="333871" y="505553"/>
                      <a:pt x="338923" y="504100"/>
                    </a:cubicBezTo>
                    <a:cubicBezTo>
                      <a:pt x="343955" y="502568"/>
                      <a:pt x="349107" y="501494"/>
                      <a:pt x="354218" y="500300"/>
                    </a:cubicBezTo>
                    <a:cubicBezTo>
                      <a:pt x="359350" y="499126"/>
                      <a:pt x="364441" y="497873"/>
                      <a:pt x="369652" y="497057"/>
                    </a:cubicBezTo>
                    <a:cubicBezTo>
                      <a:pt x="390278" y="492959"/>
                      <a:pt x="411261" y="490969"/>
                      <a:pt x="432244" y="490193"/>
                    </a:cubicBezTo>
                    <a:cubicBezTo>
                      <a:pt x="437455" y="490074"/>
                      <a:pt x="442845" y="489875"/>
                      <a:pt x="447877" y="489855"/>
                    </a:cubicBezTo>
                    <a:lnTo>
                      <a:pt x="519400" y="489855"/>
                    </a:lnTo>
                    <a:cubicBezTo>
                      <a:pt x="521945" y="489795"/>
                      <a:pt x="524511" y="490034"/>
                      <a:pt x="527017" y="489577"/>
                    </a:cubicBezTo>
                    <a:cubicBezTo>
                      <a:pt x="532029" y="488641"/>
                      <a:pt x="536524" y="485180"/>
                      <a:pt x="538613" y="480524"/>
                    </a:cubicBezTo>
                    <a:cubicBezTo>
                      <a:pt x="539707" y="478196"/>
                      <a:pt x="539925" y="475610"/>
                      <a:pt x="540383" y="473123"/>
                    </a:cubicBezTo>
                    <a:cubicBezTo>
                      <a:pt x="540820" y="470616"/>
                      <a:pt x="541158" y="468089"/>
                      <a:pt x="541735" y="465602"/>
                    </a:cubicBezTo>
                    <a:lnTo>
                      <a:pt x="542968" y="459773"/>
                    </a:lnTo>
                    <a:lnTo>
                      <a:pt x="545494" y="450083"/>
                    </a:lnTo>
                    <a:cubicBezTo>
                      <a:pt x="546270" y="446840"/>
                      <a:pt x="547364" y="443677"/>
                      <a:pt x="548319" y="440494"/>
                    </a:cubicBezTo>
                    <a:cubicBezTo>
                      <a:pt x="549313" y="437310"/>
                      <a:pt x="550248" y="434107"/>
                      <a:pt x="551441" y="430984"/>
                    </a:cubicBezTo>
                    <a:cubicBezTo>
                      <a:pt x="555717" y="418350"/>
                      <a:pt x="561147" y="406114"/>
                      <a:pt x="567154" y="394216"/>
                    </a:cubicBezTo>
                    <a:cubicBezTo>
                      <a:pt x="573141" y="382279"/>
                      <a:pt x="580102" y="370878"/>
                      <a:pt x="587700" y="359936"/>
                    </a:cubicBezTo>
                    <a:cubicBezTo>
                      <a:pt x="591439" y="354405"/>
                      <a:pt x="595556" y="349172"/>
                      <a:pt x="599613" y="343880"/>
                    </a:cubicBezTo>
                    <a:cubicBezTo>
                      <a:pt x="603890" y="338767"/>
                      <a:pt x="608086" y="333594"/>
                      <a:pt x="612681" y="328739"/>
                    </a:cubicBezTo>
                    <a:cubicBezTo>
                      <a:pt x="619861" y="320781"/>
                      <a:pt x="627657" y="313420"/>
                      <a:pt x="635633" y="306257"/>
                    </a:cubicBezTo>
                    <a:cubicBezTo>
                      <a:pt x="643788" y="299313"/>
                      <a:pt x="652101" y="292529"/>
                      <a:pt x="660952" y="286501"/>
                    </a:cubicBezTo>
                    <a:cubicBezTo>
                      <a:pt x="669664" y="280273"/>
                      <a:pt x="678892" y="274782"/>
                      <a:pt x="688221" y="269510"/>
                    </a:cubicBezTo>
                    <a:cubicBezTo>
                      <a:pt x="697688" y="264516"/>
                      <a:pt x="707294" y="259701"/>
                      <a:pt x="717259" y="255722"/>
                    </a:cubicBezTo>
                    <a:cubicBezTo>
                      <a:pt x="756899" y="239228"/>
                      <a:pt x="800238" y="232106"/>
                      <a:pt x="843000" y="234095"/>
                    </a:cubicBezTo>
                    <a:cubicBezTo>
                      <a:pt x="855112" y="234732"/>
                      <a:pt x="867185" y="236025"/>
                      <a:pt x="879099" y="238114"/>
                    </a:cubicBezTo>
                    <a:cubicBezTo>
                      <a:pt x="885066" y="239129"/>
                      <a:pt x="890993" y="240362"/>
                      <a:pt x="896880" y="241735"/>
                    </a:cubicBezTo>
                    <a:cubicBezTo>
                      <a:pt x="899824" y="242431"/>
                      <a:pt x="902767" y="243148"/>
                      <a:pt x="905671" y="243944"/>
                    </a:cubicBezTo>
                    <a:lnTo>
                      <a:pt x="907461" y="244421"/>
                    </a:lnTo>
                    <a:lnTo>
                      <a:pt x="908834" y="244819"/>
                    </a:lnTo>
                    <a:lnTo>
                      <a:pt x="911578" y="245615"/>
                    </a:lnTo>
                    <a:cubicBezTo>
                      <a:pt x="915218" y="246729"/>
                      <a:pt x="918858" y="247903"/>
                      <a:pt x="922438" y="249216"/>
                    </a:cubicBezTo>
                    <a:cubicBezTo>
                      <a:pt x="925958" y="250668"/>
                      <a:pt x="929996" y="250927"/>
                      <a:pt x="933636" y="249713"/>
                    </a:cubicBezTo>
                    <a:cubicBezTo>
                      <a:pt x="937275" y="248539"/>
                      <a:pt x="940438" y="246033"/>
                      <a:pt x="942447" y="242770"/>
                    </a:cubicBezTo>
                    <a:cubicBezTo>
                      <a:pt x="944356" y="239467"/>
                      <a:pt x="946067" y="236045"/>
                      <a:pt x="948016" y="232762"/>
                    </a:cubicBezTo>
                    <a:lnTo>
                      <a:pt x="950243" y="228982"/>
                    </a:lnTo>
                    <a:lnTo>
                      <a:pt x="951337" y="227132"/>
                    </a:lnTo>
                    <a:lnTo>
                      <a:pt x="952968" y="224565"/>
                    </a:lnTo>
                    <a:cubicBezTo>
                      <a:pt x="955454" y="220725"/>
                      <a:pt x="957801" y="216806"/>
                      <a:pt x="960447" y="213065"/>
                    </a:cubicBezTo>
                    <a:cubicBezTo>
                      <a:pt x="963032" y="209305"/>
                      <a:pt x="965558" y="205485"/>
                      <a:pt x="968323" y="201824"/>
                    </a:cubicBezTo>
                    <a:cubicBezTo>
                      <a:pt x="971028" y="198144"/>
                      <a:pt x="973713" y="194423"/>
                      <a:pt x="976577" y="190882"/>
                    </a:cubicBezTo>
                    <a:cubicBezTo>
                      <a:pt x="987854" y="176477"/>
                      <a:pt x="1000126" y="162868"/>
                      <a:pt x="1013273" y="150175"/>
                    </a:cubicBezTo>
                    <a:cubicBezTo>
                      <a:pt x="1020811" y="142813"/>
                      <a:pt x="1028767" y="135910"/>
                      <a:pt x="1036822" y="129145"/>
                    </a:cubicBezTo>
                    <a:cubicBezTo>
                      <a:pt x="1045036" y="122560"/>
                      <a:pt x="1053350" y="116093"/>
                      <a:pt x="1062042" y="110164"/>
                    </a:cubicBezTo>
                    <a:cubicBezTo>
                      <a:pt x="1079365" y="98207"/>
                      <a:pt x="1097564" y="87463"/>
                      <a:pt x="1116618" y="78471"/>
                    </a:cubicBezTo>
                    <a:cubicBezTo>
                      <a:pt x="1135632" y="69438"/>
                      <a:pt x="1155383" y="61897"/>
                      <a:pt x="1175590" y="55968"/>
                    </a:cubicBezTo>
                    <a:cubicBezTo>
                      <a:pt x="1195818" y="50079"/>
                      <a:pt x="1216542" y="45901"/>
                      <a:pt x="1237426" y="43355"/>
                    </a:cubicBezTo>
                    <a:cubicBezTo>
                      <a:pt x="1279234" y="38162"/>
                      <a:pt x="1321777" y="40072"/>
                      <a:pt x="1363107" y="48229"/>
                    </a:cubicBezTo>
                    <a:cubicBezTo>
                      <a:pt x="1404318" y="56864"/>
                      <a:pt x="1444355" y="71686"/>
                      <a:pt x="1480693" y="93014"/>
                    </a:cubicBezTo>
                    <a:cubicBezTo>
                      <a:pt x="1553807" y="135014"/>
                      <a:pt x="1612182" y="201526"/>
                      <a:pt x="1645218" y="279079"/>
                    </a:cubicBezTo>
                    <a:cubicBezTo>
                      <a:pt x="1661448" y="317936"/>
                      <a:pt x="1671870" y="359359"/>
                      <a:pt x="1674913" y="401379"/>
                    </a:cubicBezTo>
                    <a:cubicBezTo>
                      <a:pt x="1675927" y="411864"/>
                      <a:pt x="1675947" y="422389"/>
                      <a:pt x="1676226" y="432913"/>
                    </a:cubicBezTo>
                    <a:cubicBezTo>
                      <a:pt x="1676226" y="438226"/>
                      <a:pt x="1676067" y="443518"/>
                      <a:pt x="1675828" y="448790"/>
                    </a:cubicBezTo>
                    <a:lnTo>
                      <a:pt x="1675390" y="456470"/>
                    </a:lnTo>
                    <a:lnTo>
                      <a:pt x="1674993" y="461524"/>
                    </a:lnTo>
                    <a:cubicBezTo>
                      <a:pt x="1674694" y="464886"/>
                      <a:pt x="1674356" y="468248"/>
                      <a:pt x="1673938" y="471591"/>
                    </a:cubicBezTo>
                    <a:cubicBezTo>
                      <a:pt x="1673600" y="474933"/>
                      <a:pt x="1672725" y="478296"/>
                      <a:pt x="1673421" y="481638"/>
                    </a:cubicBezTo>
                    <a:cubicBezTo>
                      <a:pt x="1674038" y="484941"/>
                      <a:pt x="1675709" y="488084"/>
                      <a:pt x="1678175" y="490372"/>
                    </a:cubicBezTo>
                    <a:cubicBezTo>
                      <a:pt x="1680601" y="492720"/>
                      <a:pt x="1683804" y="494192"/>
                      <a:pt x="1687145" y="494670"/>
                    </a:cubicBezTo>
                    <a:lnTo>
                      <a:pt x="1697130" y="496261"/>
                    </a:lnTo>
                    <a:cubicBezTo>
                      <a:pt x="1700491" y="496779"/>
                      <a:pt x="1703673" y="497575"/>
                      <a:pt x="1707233" y="498271"/>
                    </a:cubicBezTo>
                    <a:lnTo>
                      <a:pt x="1710833" y="499027"/>
                    </a:lnTo>
                    <a:cubicBezTo>
                      <a:pt x="1712126" y="499266"/>
                      <a:pt x="1713399" y="499584"/>
                      <a:pt x="1714672" y="499922"/>
                    </a:cubicBezTo>
                    <a:lnTo>
                      <a:pt x="1722309" y="501872"/>
                    </a:lnTo>
                    <a:lnTo>
                      <a:pt x="1729947" y="503842"/>
                    </a:lnTo>
                    <a:cubicBezTo>
                      <a:pt x="1732473" y="504558"/>
                      <a:pt x="1734979" y="505354"/>
                      <a:pt x="1737505" y="506110"/>
                    </a:cubicBezTo>
                    <a:cubicBezTo>
                      <a:pt x="1757633" y="512178"/>
                      <a:pt x="1777363" y="519639"/>
                      <a:pt x="1796278" y="528851"/>
                    </a:cubicBezTo>
                    <a:cubicBezTo>
                      <a:pt x="1834108" y="547175"/>
                      <a:pt x="1869212" y="571209"/>
                      <a:pt x="1899703" y="600157"/>
                    </a:cubicBezTo>
                    <a:cubicBezTo>
                      <a:pt x="1930134" y="629145"/>
                      <a:pt x="1956209" y="662729"/>
                      <a:pt x="1976496" y="699556"/>
                    </a:cubicBezTo>
                    <a:cubicBezTo>
                      <a:pt x="1996624" y="736463"/>
                      <a:pt x="2011282" y="776414"/>
                      <a:pt x="2019238" y="817717"/>
                    </a:cubicBezTo>
                    <a:cubicBezTo>
                      <a:pt x="2023196" y="838369"/>
                      <a:pt x="2025583" y="859299"/>
                      <a:pt x="2026438" y="880289"/>
                    </a:cubicBezTo>
                    <a:lnTo>
                      <a:pt x="2026796" y="896027"/>
                    </a:lnTo>
                    <a:lnTo>
                      <a:pt x="2026418" y="911764"/>
                    </a:lnTo>
                    <a:cubicBezTo>
                      <a:pt x="2026398" y="917017"/>
                      <a:pt x="2025881" y="922250"/>
                      <a:pt x="2025503" y="927482"/>
                    </a:cubicBezTo>
                    <a:cubicBezTo>
                      <a:pt x="2025086" y="932715"/>
                      <a:pt x="2024807" y="937967"/>
                      <a:pt x="2024051" y="943160"/>
                    </a:cubicBezTo>
                    <a:cubicBezTo>
                      <a:pt x="2023375" y="948373"/>
                      <a:pt x="2022778" y="953585"/>
                      <a:pt x="2022043" y="958798"/>
                    </a:cubicBezTo>
                    <a:lnTo>
                      <a:pt x="2019298" y="974317"/>
                    </a:lnTo>
                    <a:lnTo>
                      <a:pt x="2018602" y="978196"/>
                    </a:lnTo>
                    <a:lnTo>
                      <a:pt x="2017726" y="982036"/>
                    </a:lnTo>
                    <a:lnTo>
                      <a:pt x="2015976" y="989716"/>
                    </a:lnTo>
                    <a:lnTo>
                      <a:pt x="2014206" y="997396"/>
                    </a:lnTo>
                    <a:cubicBezTo>
                      <a:pt x="2013550" y="999942"/>
                      <a:pt x="2012794" y="1002469"/>
                      <a:pt x="2012098" y="1004996"/>
                    </a:cubicBezTo>
                    <a:lnTo>
                      <a:pt x="2009970" y="1012576"/>
                    </a:lnTo>
                    <a:cubicBezTo>
                      <a:pt x="2009254" y="1015103"/>
                      <a:pt x="2008577" y="1017650"/>
                      <a:pt x="2007702" y="1020117"/>
                    </a:cubicBezTo>
                    <a:lnTo>
                      <a:pt x="2002690" y="1035058"/>
                    </a:lnTo>
                    <a:cubicBezTo>
                      <a:pt x="1998931" y="1044867"/>
                      <a:pt x="1995271" y="1054735"/>
                      <a:pt x="1990796" y="1064246"/>
                    </a:cubicBezTo>
                    <a:cubicBezTo>
                      <a:pt x="1973731" y="1102684"/>
                      <a:pt x="1950242" y="1138138"/>
                      <a:pt x="1922337" y="1169554"/>
                    </a:cubicBezTo>
                    <a:close/>
                  </a:path>
                </a:pathLst>
              </a:custGeom>
              <a:grpFill/>
              <a:ln w="19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E917B5-566A-2199-08BD-15313C0EDB16}"/>
                </a:ext>
              </a:extLst>
            </p:cNvPr>
            <p:cNvSpPr txBox="1"/>
            <p:nvPr/>
          </p:nvSpPr>
          <p:spPr>
            <a:xfrm>
              <a:off x="2392023" y="3913933"/>
              <a:ext cx="95891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>
                  <a:solidFill>
                    <a:srgbClr val="2A2AEA"/>
                  </a:solidFill>
                </a:rPr>
                <a:t>Cloud</a:t>
              </a:r>
            </a:p>
            <a:p>
              <a:pPr algn="ctr"/>
              <a:r>
                <a:rPr lang="en-US" sz="1050" b="1">
                  <a:solidFill>
                    <a:srgbClr val="2A2AEA"/>
                  </a:solidFill>
                </a:rPr>
                <a:t>Applications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9808F1A4-6B98-5ECF-977C-371ED5616A30}"/>
              </a:ext>
            </a:extLst>
          </p:cNvPr>
          <p:cNvSpPr/>
          <p:nvPr userDrawn="1"/>
        </p:nvSpPr>
        <p:spPr>
          <a:xfrm>
            <a:off x="100584" y="100583"/>
            <a:ext cx="4746051" cy="6448937"/>
          </a:xfrm>
          <a:prstGeom prst="rect">
            <a:avLst/>
          </a:prstGeom>
          <a:solidFill>
            <a:schemeClr val="bg1"/>
          </a:solidFill>
          <a:ln>
            <a:solidFill>
              <a:srgbClr val="2A2AE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>
              <a:lnSpc>
                <a:spcPct val="150000"/>
              </a:lnSpc>
            </a:pPr>
            <a:endParaRPr lang="en-US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08DD0-561A-4531-A7D6-C2CC00A39443}"/>
              </a:ext>
            </a:extLst>
          </p:cNvPr>
          <p:cNvSpPr/>
          <p:nvPr userDrawn="1"/>
        </p:nvSpPr>
        <p:spPr>
          <a:xfrm>
            <a:off x="130967" y="4517528"/>
            <a:ext cx="4688684" cy="2401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b"/>
          <a:lstStyle/>
          <a:p>
            <a:pPr algn="l"/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Hardware components/risks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EDCECA-8643-481E-87FE-90703061D63F}"/>
              </a:ext>
            </a:extLst>
          </p:cNvPr>
          <p:cNvSpPr/>
          <p:nvPr userDrawn="1"/>
        </p:nvSpPr>
        <p:spPr>
          <a:xfrm>
            <a:off x="130967" y="1069472"/>
            <a:ext cx="4688683" cy="2401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b"/>
          <a:lstStyle/>
          <a:p>
            <a:pPr algn="l"/>
            <a:r>
              <a:rPr lang="en-US" sz="1400">
                <a:solidFill>
                  <a:schemeClr val="tx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Proposal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44C321-DD7C-4951-8492-9FC518CA6579}"/>
              </a:ext>
            </a:extLst>
          </p:cNvPr>
          <p:cNvSpPr/>
          <p:nvPr userDrawn="1"/>
        </p:nvSpPr>
        <p:spPr>
          <a:xfrm>
            <a:off x="129980" y="2581735"/>
            <a:ext cx="4688683" cy="24014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0" bIns="0" rtlCol="0" anchor="b"/>
          <a:lstStyle/>
          <a:p>
            <a:pPr algn="l"/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+mj-lt"/>
                <a:ea typeface="Cambria" panose="02040503050406030204" pitchFamily="18" charset="0"/>
              </a:rPr>
              <a:t>Product features/values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2D4F29-4B2C-414C-9622-262B0A1436AE}"/>
              </a:ext>
            </a:extLst>
          </p:cNvPr>
          <p:cNvSpPr/>
          <p:nvPr userDrawn="1"/>
        </p:nvSpPr>
        <p:spPr>
          <a:xfrm>
            <a:off x="123825" y="123760"/>
            <a:ext cx="4695826" cy="943263"/>
          </a:xfrm>
          <a:prstGeom prst="rect">
            <a:avLst/>
          </a:prstGeom>
          <a:solidFill>
            <a:srgbClr val="2A2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4000">
              <a:solidFill>
                <a:schemeClr val="tx2">
                  <a:lumMod val="50000"/>
                </a:schemeClr>
              </a:solidFill>
              <a:latin typeface="+mn-lt"/>
              <a:ea typeface="Cambria" panose="02040503050406030204" pitchFamily="18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C90FAFA6-BFBA-47AF-B286-54F8F7D81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" y="126207"/>
            <a:ext cx="3728797" cy="940816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Group Name</a:t>
            </a:r>
            <a:br>
              <a:rPr lang="en-US" dirty="0"/>
            </a:br>
            <a:r>
              <a:rPr lang="en-US" dirty="0"/>
              <a:t>(Universities)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2BF873F-B3E3-4FB1-BC3F-4C0756D2DF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350" y="1307171"/>
            <a:ext cx="4688683" cy="1249880"/>
          </a:xfrm>
          <a:prstGeom prst="rect">
            <a:avLst/>
          </a:prstGeom>
        </p:spPr>
        <p:txBody>
          <a:bodyPr lIns="91440" tIns="0" rIns="91440" bIns="91440" anchor="t" anchorCtr="0">
            <a:normAutofit/>
          </a:bodyPr>
          <a:lstStyle>
            <a:lvl1pPr marL="0" indent="0" algn="just">
              <a:lnSpc>
                <a:spcPct val="150000"/>
              </a:lnSpc>
              <a:spcBef>
                <a:spcPts val="600"/>
              </a:spcBef>
              <a:buNone/>
              <a:defRPr sz="1000" i="0"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Add a short description of the product proposal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430E9A3-4F87-4DA7-B654-A5DA5E6CF5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51" y="2846567"/>
            <a:ext cx="4688682" cy="1670959"/>
          </a:xfrm>
          <a:prstGeom prst="rect">
            <a:avLst/>
          </a:prstGeom>
        </p:spPr>
        <p:txBody>
          <a:bodyPr lIns="91440" tIns="0" rIns="91440" bIns="91440" anchor="t" anchorCtr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000" i="0"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List the product features and values of the product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96A2C42-0053-44D7-A456-529C4B37FD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350" y="4757677"/>
            <a:ext cx="4688683" cy="1791843"/>
          </a:xfrm>
          <a:prstGeom prst="rect">
            <a:avLst/>
          </a:prstGeom>
        </p:spPr>
        <p:txBody>
          <a:bodyPr lIns="91440" tIns="0" rIns="91440" bIns="91440" anchor="t" anchorCtr="0"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1000" i="0">
                <a:latin typeface="+mn-lt"/>
                <a:ea typeface="Cambria" panose="02040503050406030204" pitchFamily="18" charset="0"/>
              </a:defRPr>
            </a:lvl1pPr>
          </a:lstStyle>
          <a:p>
            <a:pPr lvl="0"/>
            <a:r>
              <a:rPr lang="en-US" dirty="0"/>
              <a:t>Add any challenges, risks, or additional information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05CEA9-537D-440F-B04D-743334235F76}"/>
              </a:ext>
            </a:extLst>
          </p:cNvPr>
          <p:cNvSpPr txBox="1"/>
          <p:nvPr userDrawn="1"/>
        </p:nvSpPr>
        <p:spPr>
          <a:xfrm>
            <a:off x="8886547" y="96259"/>
            <a:ext cx="31923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tx2">
                    <a:lumMod val="50000"/>
                  </a:schemeClr>
                </a:solidFill>
                <a:latin typeface="+mn-lt"/>
                <a:ea typeface="Cambria" panose="02040503050406030204" pitchFamily="18" charset="0"/>
              </a:rPr>
              <a:t>ARDUINO UNO Q – QRB2210 – DEBIAN LINUX</a:t>
            </a:r>
          </a:p>
        </p:txBody>
      </p:sp>
      <p:sp>
        <p:nvSpPr>
          <p:cNvPr id="64" name="SmartArt Placeholder 62">
            <a:extLst>
              <a:ext uri="{FF2B5EF4-FFF2-40B4-BE49-F238E27FC236}">
                <a16:creationId xmlns:a16="http://schemas.microsoft.com/office/drawing/2014/main" id="{FC81702A-BD69-40DC-89C9-73279A546935}"/>
              </a:ext>
            </a:extLst>
          </p:cNvPr>
          <p:cNvSpPr>
            <a:spLocks noGrp="1"/>
          </p:cNvSpPr>
          <p:nvPr>
            <p:ph type="dgm" sz="quarter" idx="18"/>
          </p:nvPr>
        </p:nvSpPr>
        <p:spPr>
          <a:xfrm>
            <a:off x="5759450" y="342480"/>
            <a:ext cx="5335524" cy="100052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89F8800-9C85-2B26-91AE-6F94A2030E3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876675" y="149013"/>
            <a:ext cx="922820" cy="898380"/>
          </a:xfrm>
          <a:effectLst/>
          <a:scene3d>
            <a:camera prst="orthographicFront"/>
            <a:lightRig rig="threePt" dir="t"/>
          </a:scene3d>
          <a:sp3d>
            <a:bevelT w="12700" h="12700"/>
            <a:bevelB w="12700" h="12700"/>
          </a:sp3d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your group logo  (if have)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D773F0-2879-420E-8BBB-FD590218C823}"/>
              </a:ext>
            </a:extLst>
          </p:cNvPr>
          <p:cNvSpPr/>
          <p:nvPr userDrawn="1"/>
        </p:nvSpPr>
        <p:spPr>
          <a:xfrm>
            <a:off x="100584" y="100584"/>
            <a:ext cx="4746051" cy="6448936"/>
          </a:xfrm>
          <a:prstGeom prst="rect">
            <a:avLst/>
          </a:prstGeom>
          <a:noFill/>
          <a:ln>
            <a:solidFill>
              <a:srgbClr val="2A2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61569D-7FF5-0C0B-6531-80207EA87759}"/>
              </a:ext>
            </a:extLst>
          </p:cNvPr>
          <p:cNvSpPr/>
          <p:nvPr userDrawn="1"/>
        </p:nvSpPr>
        <p:spPr>
          <a:xfrm>
            <a:off x="6858000" y="1752600"/>
            <a:ext cx="3044483" cy="3924299"/>
          </a:xfrm>
          <a:prstGeom prst="roundRect">
            <a:avLst>
              <a:gd name="adj" fmla="val 961"/>
            </a:avLst>
          </a:prstGeom>
          <a:solidFill>
            <a:schemeClr val="tx2">
              <a:lumMod val="10000"/>
              <a:lumOff val="90000"/>
            </a:schemeClr>
          </a:solidFill>
          <a:ln w="12700" cmpd="sng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ARDUINO UNO Q 2GB/4GB/32GB</a:t>
            </a:r>
          </a:p>
        </p:txBody>
      </p:sp>
      <p:sp>
        <p:nvSpPr>
          <p:cNvPr id="63" name="SmartArt Placeholder 62">
            <a:extLst>
              <a:ext uri="{FF2B5EF4-FFF2-40B4-BE49-F238E27FC236}">
                <a16:creationId xmlns:a16="http://schemas.microsoft.com/office/drawing/2014/main" id="{71B91E46-6EEA-4D3B-874B-A395E2C26FEB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7166138" y="2217242"/>
            <a:ext cx="2284870" cy="336232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</a:defRPr>
            </a:lvl1pPr>
          </a:lstStyle>
          <a:p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66D9E4-D1AA-240F-8114-0936F125B093}"/>
              </a:ext>
            </a:extLst>
          </p:cNvPr>
          <p:cNvGrpSpPr/>
          <p:nvPr userDrawn="1"/>
        </p:nvGrpSpPr>
        <p:grpSpPr>
          <a:xfrm>
            <a:off x="9297181" y="1783080"/>
            <a:ext cx="568568" cy="278678"/>
            <a:chOff x="5110300" y="2038053"/>
            <a:chExt cx="2925741" cy="30616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FC2689B-88E8-3547-C902-57949A1B677F}"/>
                </a:ext>
              </a:extLst>
            </p:cNvPr>
            <p:cNvSpPr/>
            <p:nvPr/>
          </p:nvSpPr>
          <p:spPr>
            <a:xfrm>
              <a:off x="5110300" y="2038053"/>
              <a:ext cx="2925741" cy="3061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6000"/>
                </a:lnSpc>
              </a:pPr>
              <a:endParaRPr lang="en-US" err="1">
                <a:solidFill>
                  <a:schemeClr val="bg1"/>
                </a:solidFill>
                <a:latin typeface="+mn-lt"/>
                <a:cs typeface="Microsoft Sans Serif" panose="020B0604020202020204" pitchFamily="34" charset="0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F62DCCA-3B02-1ED6-46C4-240FFEF34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02957" y="2202141"/>
              <a:ext cx="2576113" cy="2726394"/>
            </a:xfrm>
            <a:prstGeom prst="rect">
              <a:avLst/>
            </a:prstGeom>
            <a:noFill/>
          </p:spPr>
        </p:pic>
      </p:grpSp>
      <p:sp>
        <p:nvSpPr>
          <p:cNvPr id="32" name="AutoShape 4" descr="See related image detail. Debian logo in transparent PNG and vectorized SVG formats">
            <a:extLst>
              <a:ext uri="{FF2B5EF4-FFF2-40B4-BE49-F238E27FC236}">
                <a16:creationId xmlns:a16="http://schemas.microsoft.com/office/drawing/2014/main" id="{E7038914-B71C-5BBE-7E6F-D3136045A30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191125" y="2305050"/>
            <a:ext cx="180975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2ED6F6C-3EFB-E268-6C00-0C505F21AC5D}"/>
              </a:ext>
            </a:extLst>
          </p:cNvPr>
          <p:cNvGrpSpPr/>
          <p:nvPr userDrawn="1"/>
        </p:nvGrpSpPr>
        <p:grpSpPr>
          <a:xfrm>
            <a:off x="6890300" y="1783080"/>
            <a:ext cx="266312" cy="278678"/>
            <a:chOff x="5110300" y="2038053"/>
            <a:chExt cx="2925741" cy="3061600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5C9662D-1357-AE47-1717-147AC74E57BF}"/>
                </a:ext>
              </a:extLst>
            </p:cNvPr>
            <p:cNvSpPr/>
            <p:nvPr/>
          </p:nvSpPr>
          <p:spPr>
            <a:xfrm>
              <a:off x="5110300" y="2038053"/>
              <a:ext cx="2925741" cy="3061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6000"/>
                </a:lnSpc>
              </a:pPr>
              <a:endParaRPr lang="en-US" err="1">
                <a:solidFill>
                  <a:schemeClr val="bg1"/>
                </a:solidFill>
                <a:latin typeface="+mn-lt"/>
                <a:cs typeface="Microsoft Sans Serif" panose="020B0604020202020204" pitchFamily="34" charset="0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B673C8D-873B-9D1D-48BA-F6BB253E0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54435" y="2272978"/>
              <a:ext cx="2079799" cy="2591750"/>
            </a:xfrm>
            <a:prstGeom prst="rect">
              <a:avLst/>
            </a:prstGeom>
            <a:noFill/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8C8AA08-3B03-D9B3-B817-0263CD529BEB}"/>
              </a:ext>
            </a:extLst>
          </p:cNvPr>
          <p:cNvGrpSpPr/>
          <p:nvPr userDrawn="1"/>
        </p:nvGrpSpPr>
        <p:grpSpPr>
          <a:xfrm>
            <a:off x="7196961" y="1783080"/>
            <a:ext cx="278678" cy="278678"/>
            <a:chOff x="5063532" y="2038053"/>
            <a:chExt cx="3061596" cy="30616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6ACB300-59E1-6EA0-34D1-1BF51F22821A}"/>
                </a:ext>
              </a:extLst>
            </p:cNvPr>
            <p:cNvSpPr/>
            <p:nvPr/>
          </p:nvSpPr>
          <p:spPr>
            <a:xfrm>
              <a:off x="5110300" y="2038053"/>
              <a:ext cx="2925741" cy="3061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6000"/>
                </a:lnSpc>
              </a:pPr>
              <a:endParaRPr lang="en-US" err="1">
                <a:solidFill>
                  <a:schemeClr val="bg1"/>
                </a:solidFill>
                <a:latin typeface="+mn-lt"/>
                <a:cs typeface="Microsoft Sans Serif" panose="020B0604020202020204" pitchFamily="34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3DA67037-FF4E-6DDC-D257-68F185919A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063532" y="2038053"/>
              <a:ext cx="3061596" cy="30616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179036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63ADF-D499-A606-1630-A96C8D04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4BFDC-19CC-C654-E1FB-22EFE0C14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5E29D-2500-2180-90E4-EDEE5BC30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A8C06-62A9-4C22-B3E7-8B2A4113E4C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BE79E-715F-EED8-3AB9-3CA69C48F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10AEE-0EDC-0C6D-D419-B8C294B44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B2CB2-ABA6-4721-8554-A48432C8F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1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3" Type="http://schemas.openxmlformats.org/officeDocument/2006/relationships/image" Target="../media/image4.svg"/><Relationship Id="rId14" Type="http://schemas.openxmlformats.org/officeDocument/2006/relationships/image" Target="../media/image5.png"/><Relationship Id="rId15" Type="http://schemas.microsoft.com/office/2007/relationships/hdphoto" Target="../media/hdphoto1.wdp"/><Relationship Id="rId16" Type="http://schemas.openxmlformats.org/officeDocument/2006/relationships/image" Target="../media/image6.svg"/><Relationship Id="rId17" Type="http://schemas.openxmlformats.org/officeDocument/2006/relationships/image" Target="../media/image7.svg"/><Relationship Id="rId18" Type="http://schemas.openxmlformats.org/officeDocument/2006/relationships/image" Target="../media/image8.svg"/><Relationship Id="rId19" Type="http://schemas.openxmlformats.org/officeDocument/2006/relationships/image" Target="../media/image9.svg"/><Relationship Id="rId20" Type="http://schemas.openxmlformats.org/officeDocument/2006/relationships/image" Target="../media/image10.svg"/><Relationship Id="rId21" Type="http://schemas.openxmlformats.org/officeDocument/2006/relationships/image" Target="../media/image11.svg"/><Relationship Id="rId22" Type="http://schemas.openxmlformats.org/officeDocument/2006/relationships/image" Target="../media/image12.png"/><Relationship Id="rId2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62D8-F42E-A255-ABE6-706AA466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CEFC94-BEA0-40A1-90F1-D3255006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Team JQK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1A8A1-63B6-1FE2-740B-C3C1088B44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r>
              <a:rPr sz="1100"/>
              <a:t>Mira is a robotic camera-inspection assistant built entirely on the Arduino UNO Q. An SO-101 arm carries a camera that scans and inspects objects, teleoperated from a phone in XR over the board’s own Wi-Fi — no cloud, no GPU, nothing leaves the device.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A158EC-E165-7C32-9717-80DFFCEC0E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r>
              <a:rPr b="1" sz="1050"/>
              <a:t>Working now: </a:t>
            </a:r>
            <a:r>
              <a:rPr sz="1050"/>
              <a:t>100 Hz servo control · camera capture · trajectory replay</a:t>
            </a:r>
            <a:endParaRPr lang="en-US" dirty="0"/>
          </a:p>
          <a:p>
            <a:r>
              <a:rPr b="1" sz="1050"/>
              <a:t>In progress: </a:t>
            </a:r>
            <a:r>
              <a:rPr sz="1050"/>
              <a:t>XR teleoperation from an Android phone (WebXR)</a:t>
            </a:r>
          </a:p>
          <a:p>
            <a:r>
              <a:rPr b="1" sz="1050"/>
              <a:t>Planned: </a:t>
            </a:r>
            <a:r>
              <a:rPr sz="1050"/>
              <a:t>on-device 3D reconstruction (visual hull)</a:t>
            </a:r>
          </a:p>
          <a:p>
            <a:r>
              <a:rPr b="1" sz="1050"/>
              <a:t>Hardware-enforced safety: </a:t>
            </a:r>
            <a:r>
              <a:rPr sz="1050"/>
              <a:t>MCU interlock gates the 12 V servo rail</a:t>
            </a:r>
          </a:p>
          <a:p>
            <a:r>
              <a:rPr b="1" sz="1050"/>
              <a:t>Values: </a:t>
            </a:r>
            <a:r>
              <a:rPr sz="1050"/>
              <a:t>private, offline, low-cost — inspection that works anywhere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994156-73C1-D337-4A3F-860DED3ADB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r>
              <a:rPr sz="1000"/>
              <a:t>UNO Q (QRB2210 Linux + STM32U585 MCU) · SO-101 6-servo arm on 12 V · USB-C hub + PD · wrist &amp; overhead cameras · speaker · wireless mic</a:t>
            </a:r>
            <a:endParaRPr lang="en-US" dirty="0"/>
          </a:p>
          <a:p>
            <a:r>
              <a:rPr sz="1000" b="1">
                <a:solidFill>
                  <a:srgbClr val="C02B2B"/>
                </a:solidFill>
              </a:rPr>
              <a:t>⚠ Board power-off does NOT stop the arm — the E-stop cuts the 12 V servo rail via a fail-safe MCU relay interlock (heartbeat-gated, faults latch)</a:t>
            </a:r>
          </a:p>
          <a:p>
            <a:r>
              <a:rPr sz="1000"/>
              <a:t>USB host role depends on boot order (known UNO Q bug) — scripted workaround</a:t>
            </a:r>
          </a:p>
          <a:p>
            <a:r>
              <a:rPr sz="1000"/>
              <a:t>Demo phone must support ARCore for XR tracking</a:t>
            </a:r>
          </a:p>
        </p:txBody>
      </p:sp>
      <p:graphicFrame>
        <p:nvGraphicFramePr>
          <p:cNvPr id="4262" name="SmartArt Placeholder 97">
            <a:extLst>
              <a:ext uri="{FF2B5EF4-FFF2-40B4-BE49-F238E27FC236}">
                <a16:creationId xmlns:a16="http://schemas.microsoft.com/office/drawing/2014/main" id="{DB356B19-4858-7BFA-57FA-58F2E3236276}"/>
              </a:ext>
            </a:extLst>
          </p:cNvPr>
          <p:cNvGraphicFramePr>
            <a:graphicFrameLocks noGrp="1"/>
          </p:cNvGraphicFramePr>
          <p:nvPr>
            <p:ph type="dgm" sz="quarter" idx="18"/>
          </p:nvPr>
        </p:nvGraphicFramePr>
        <p:xfrm>
          <a:off x="5759450" y="342900"/>
          <a:ext cx="5335588" cy="1000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Placeholder 8" descr="eye-in-hand-light.svg.png"/>
          <p:cNvPicPr>
            <a:picLocks noGrp="1" noChangeAspect="1"/>
          </p:cNvPicPr>
          <p:nvPr>
            <p:ph type="pic" sz="quarter" idx="19"/>
          </p:nvPr>
        </p:nvPicPr>
        <p:blipFill>
          <a:blip r:embed="rId23"/>
          <a:srcRect t="1324" b="1324"/>
          <a:stretch>
            <a:fillRect/>
          </a:stretch>
        </p:blipFill>
        <p:spPr/>
      </p:pic>
      <p:graphicFrame>
        <p:nvGraphicFramePr>
          <p:cNvPr id="57" name="SmartArt Placeholder 30">
            <a:extLst>
              <a:ext uri="{FF2B5EF4-FFF2-40B4-BE49-F238E27FC236}">
                <a16:creationId xmlns:a16="http://schemas.microsoft.com/office/drawing/2014/main" id="{1EC8BAE2-5187-61D2-E621-3C8F691F1BBF}"/>
              </a:ext>
            </a:extLst>
          </p:cNvPr>
          <p:cNvGraphicFramePr>
            <a:graphicFrameLocks noGrp="1"/>
          </p:cNvGraphicFramePr>
          <p:nvPr>
            <p:ph type="dgm" sz="quarter" idx="17"/>
          </p:nvPr>
        </p:nvGraphicFramePr>
        <p:xfrm>
          <a:off x="7165975" y="2217738"/>
          <a:ext cx="2284413" cy="336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D01224D-C2E8-0A67-4474-6F402DCB058C}"/>
              </a:ext>
            </a:extLst>
          </p:cNvPr>
          <p:cNvSpPr/>
          <p:nvPr/>
        </p:nvSpPr>
        <p:spPr>
          <a:xfrm>
            <a:off x="9601200" y="2287544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D88E0DB4-19EF-CFBB-C3F4-951C6DED41E6}"/>
              </a:ext>
            </a:extLst>
          </p:cNvPr>
          <p:cNvSpPr/>
          <p:nvPr/>
        </p:nvSpPr>
        <p:spPr>
          <a:xfrm>
            <a:off x="9601200" y="2671468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ADC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01F7807-E7F2-94C7-7385-C61BC38CF0E1}"/>
              </a:ext>
            </a:extLst>
          </p:cNvPr>
          <p:cNvSpPr/>
          <p:nvPr/>
        </p:nvSpPr>
        <p:spPr>
          <a:xfrm>
            <a:off x="9601200" y="2868710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DAC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C836E22-8430-E297-3918-EF9B7BC6967E}"/>
              </a:ext>
            </a:extLst>
          </p:cNvPr>
          <p:cNvSpPr/>
          <p:nvPr/>
        </p:nvSpPr>
        <p:spPr>
          <a:xfrm>
            <a:off x="9601200" y="3057432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PWM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1E3C863F-D50F-515A-53C2-89C1D19B8037}"/>
              </a:ext>
            </a:extLst>
          </p:cNvPr>
          <p:cNvSpPr/>
          <p:nvPr/>
        </p:nvSpPr>
        <p:spPr>
          <a:xfrm>
            <a:off x="9601200" y="3244029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err="1">
                <a:solidFill>
                  <a:srgbClr val="A0A6AD"/>
                </a:solidFill>
              </a:rPr>
              <a:t>OpAmp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038A286E-136B-3465-45ED-A92BCD627456}"/>
              </a:ext>
            </a:extLst>
          </p:cNvPr>
          <p:cNvSpPr/>
          <p:nvPr/>
        </p:nvSpPr>
        <p:spPr>
          <a:xfrm>
            <a:off x="9601200" y="2482746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Int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6A993069-CE0D-3824-9B71-AAB13B66ABAF}"/>
              </a:ext>
            </a:extLst>
          </p:cNvPr>
          <p:cNvSpPr/>
          <p:nvPr/>
        </p:nvSpPr>
        <p:spPr>
          <a:xfrm>
            <a:off x="9601200" y="3434085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UART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1A0362C9-69DA-10EB-B468-0D7D7C66BAD6}"/>
              </a:ext>
            </a:extLst>
          </p:cNvPr>
          <p:cNvSpPr/>
          <p:nvPr/>
        </p:nvSpPr>
        <p:spPr>
          <a:xfrm>
            <a:off x="9601200" y="3627407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I2C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429DC308-7AA4-3F8D-A231-9CA9EF826418}"/>
              </a:ext>
            </a:extLst>
          </p:cNvPr>
          <p:cNvSpPr/>
          <p:nvPr/>
        </p:nvSpPr>
        <p:spPr>
          <a:xfrm>
            <a:off x="9601200" y="3824075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SPI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31861EA-637C-1464-319C-13DE8DE5D351}"/>
              </a:ext>
            </a:extLst>
          </p:cNvPr>
          <p:cNvSpPr/>
          <p:nvPr/>
        </p:nvSpPr>
        <p:spPr>
          <a:xfrm>
            <a:off x="9601200" y="4412057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PSSI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718AFC43-0A4C-F4CF-BD82-235480F72393}"/>
              </a:ext>
            </a:extLst>
          </p:cNvPr>
          <p:cNvSpPr/>
          <p:nvPr/>
        </p:nvSpPr>
        <p:spPr>
          <a:xfrm>
            <a:off x="9601200" y="4220306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SAI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4F35E838-D744-3B8B-6B25-B3583CB5F783}"/>
              </a:ext>
            </a:extLst>
          </p:cNvPr>
          <p:cNvSpPr/>
          <p:nvPr/>
        </p:nvSpPr>
        <p:spPr>
          <a:xfrm>
            <a:off x="9601200" y="4022686"/>
            <a:ext cx="365760" cy="136208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CAN</a:t>
            </a: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96BF2BC0-CDF7-9DA7-387C-F3F2CECB92D3}"/>
              </a:ext>
            </a:extLst>
          </p:cNvPr>
          <p:cNvSpPr/>
          <p:nvPr/>
        </p:nvSpPr>
        <p:spPr>
          <a:xfrm>
            <a:off x="6728460" y="2623716"/>
            <a:ext cx="365760" cy="135017"/>
          </a:xfrm>
          <a:prstGeom prst="roundRect">
            <a:avLst/>
          </a:prstGeom>
          <a:solidFill>
            <a:srgbClr val="E9ECEF"/>
          </a:solidFill>
          <a:ln w="9525" cmpd="sng">
            <a:solidFill>
              <a:srgbClr val="E9EC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>
                <a:solidFill>
                  <a:srgbClr val="A0A6AD"/>
                </a:solidFill>
              </a:rPr>
              <a:t>BT</a:t>
            </a:r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8F50D16E-4EB8-1318-9AB3-95DB17E688BA}"/>
              </a:ext>
            </a:extLst>
          </p:cNvPr>
          <p:cNvSpPr/>
          <p:nvPr/>
        </p:nvSpPr>
        <p:spPr>
          <a:xfrm>
            <a:off x="6728460" y="2420894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1" err="1">
                <a:solidFill>
                  <a:srgbClr val="FFFFFF"/>
                </a:solidFill>
              </a:rPr>
              <a:t>WiFi</a:t>
            </a:r>
            <a:endParaRPr lang="en-US" sz="800" b="1">
              <a:solidFill>
                <a:schemeClr val="tx1"/>
              </a:solidFill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EC1564D6-47EE-CBF3-A6F9-4C094358A8B2}"/>
              </a:ext>
            </a:extLst>
          </p:cNvPr>
          <p:cNvSpPr/>
          <p:nvPr/>
        </p:nvSpPr>
        <p:spPr>
          <a:xfrm>
            <a:off x="6728460" y="4392284"/>
            <a:ext cx="365760" cy="136208"/>
          </a:xfrm>
          <a:prstGeom prst="roundRect">
            <a:avLst/>
          </a:prstGeom>
          <a:solidFill>
            <a:srgbClr val="12A5B5"/>
          </a:solidFill>
          <a:ln w="9525" cmpd="sng">
            <a:solidFill>
              <a:srgbClr val="101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USB-C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95C6136-7125-C4EF-3CD6-BFE460301EDD}"/>
              </a:ext>
            </a:extLst>
          </p:cNvPr>
          <p:cNvGrpSpPr/>
          <p:nvPr/>
        </p:nvGrpSpPr>
        <p:grpSpPr>
          <a:xfrm>
            <a:off x="9525004" y="4621607"/>
            <a:ext cx="581022" cy="986523"/>
            <a:chOff x="9096378" y="4553124"/>
            <a:chExt cx="581022" cy="986523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8C65DA37-3757-929D-25A0-2F82C1C0A8DA}"/>
                </a:ext>
              </a:extLst>
            </p:cNvPr>
            <p:cNvSpPr/>
            <p:nvPr/>
          </p:nvSpPr>
          <p:spPr>
            <a:xfrm>
              <a:off x="9096378" y="4553124"/>
              <a:ext cx="581022" cy="98652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 cmpd="sng"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On Board</a:t>
              </a:r>
            </a:p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Peripherals</a:t>
              </a: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782AE95B-914B-AB99-9D71-F0FABCF9F143}"/>
                </a:ext>
              </a:extLst>
            </p:cNvPr>
            <p:cNvSpPr/>
            <p:nvPr/>
          </p:nvSpPr>
          <p:spPr>
            <a:xfrm>
              <a:off x="9151035" y="5191080"/>
              <a:ext cx="462768" cy="278129"/>
            </a:xfrm>
            <a:prstGeom prst="roundRect">
              <a:avLst>
                <a:gd name="adj" fmla="val 7963"/>
              </a:avLst>
            </a:prstGeom>
            <a:solidFill>
              <a:srgbClr val="12A5B5"/>
            </a:solidFill>
            <a:ln w="9525" cmpd="sng">
              <a:solidFill>
                <a:srgbClr val="101A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b="1">
                  <a:solidFill>
                    <a:srgbClr val="FFFFFF"/>
                  </a:solidFill>
                </a:rPr>
                <a:t>LED</a:t>
              </a:r>
            </a:p>
            <a:p>
              <a:pPr algn="ctr"/>
              <a:r>
                <a:rPr lang="en-US" sz="800" b="1">
                  <a:solidFill>
                    <a:srgbClr val="FFFFFF"/>
                  </a:solidFill>
                </a:rPr>
                <a:t>MATRIX</a:t>
              </a:r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E94351F7-3EE0-1A62-8DB2-54D9C6532DE8}"/>
                </a:ext>
              </a:extLst>
            </p:cNvPr>
            <p:cNvSpPr/>
            <p:nvPr/>
          </p:nvSpPr>
          <p:spPr>
            <a:xfrm>
              <a:off x="9149861" y="4857905"/>
              <a:ext cx="462768" cy="278129"/>
            </a:xfrm>
            <a:prstGeom prst="roundRect">
              <a:avLst>
                <a:gd name="adj" fmla="val 7963"/>
              </a:avLst>
            </a:prstGeom>
            <a:solidFill>
              <a:srgbClr val="E9ECEF"/>
            </a:solidFill>
            <a:ln w="9525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RGB </a:t>
              </a:r>
              <a:br>
                <a:rPr lang="en-US" sz="800" b="1">
                  <a:solidFill>
                    <a:schemeClr val="tx1"/>
                  </a:solidFill>
                </a:rPr>
              </a:br>
              <a:r>
                <a:rPr lang="en-US" sz="800" b="0">
                  <a:solidFill>
                    <a:srgbClr val="A0A6AD"/>
                  </a:solidFill>
                </a:rPr>
                <a:t>LED</a:t>
              </a:r>
            </a:p>
          </p:txBody>
        </p: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D4C46E4F-5917-07A9-2BDF-77B66C070BB7}"/>
              </a:ext>
            </a:extLst>
          </p:cNvPr>
          <p:cNvCxnSpPr>
            <a:cxnSpLocks/>
            <a:stCxn id="237" idx="3"/>
            <a:endCxn id="162" idx="1"/>
          </p:cNvCxnSpPr>
          <p:nvPr/>
        </p:nvCxnSpPr>
        <p:spPr>
          <a:xfrm>
            <a:off x="6477591" y="3768429"/>
            <a:ext cx="250869" cy="691959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solid"/>
            <a:headEnd type="arrow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20FAB10-1376-E564-B0D1-79BD6C1535CF}"/>
              </a:ext>
            </a:extLst>
          </p:cNvPr>
          <p:cNvGrpSpPr/>
          <p:nvPr/>
        </p:nvGrpSpPr>
        <p:grpSpPr>
          <a:xfrm>
            <a:off x="4930757" y="2758733"/>
            <a:ext cx="586555" cy="638163"/>
            <a:chOff x="1166755" y="1923251"/>
            <a:chExt cx="586555" cy="638163"/>
          </a:xfrm>
        </p:grpSpPr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35CD2207-02E2-388B-4267-AB98B5F84210}"/>
                </a:ext>
              </a:extLst>
            </p:cNvPr>
            <p:cNvSpPr/>
            <p:nvPr/>
          </p:nvSpPr>
          <p:spPr>
            <a:xfrm>
              <a:off x="1221428" y="1962402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Camera</a:t>
              </a:r>
            </a:p>
          </p:txBody>
        </p:sp>
        <p:pic>
          <p:nvPicPr>
            <p:cNvPr id="197" name="Graphic 196" descr="Web cam with solid fill">
              <a:extLst>
                <a:ext uri="{FF2B5EF4-FFF2-40B4-BE49-F238E27FC236}">
                  <a16:creationId xmlns:a16="http://schemas.microsoft.com/office/drawing/2014/main" id="{73E57648-138D-EE53-75F0-679C19D2A5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66755" y="1923251"/>
              <a:ext cx="586555" cy="586555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9F17E49-4AE6-74CF-F35F-2AA2395F1C1B}"/>
              </a:ext>
            </a:extLst>
          </p:cNvPr>
          <p:cNvGrpSpPr/>
          <p:nvPr/>
        </p:nvGrpSpPr>
        <p:grpSpPr>
          <a:xfrm>
            <a:off x="5838420" y="4142277"/>
            <a:ext cx="468550" cy="599012"/>
            <a:chOff x="2382742" y="1961088"/>
            <a:chExt cx="468550" cy="599012"/>
          </a:xfrm>
        </p:grpSpPr>
        <p:sp>
          <p:nvSpPr>
            <p:cNvPr id="230" name="Rectangle: Rounded Corners 229">
              <a:extLst>
                <a:ext uri="{FF2B5EF4-FFF2-40B4-BE49-F238E27FC236}">
                  <a16:creationId xmlns:a16="http://schemas.microsoft.com/office/drawing/2014/main" id="{D1DFE5D2-9CBF-FB6F-1E64-D8DC27FDE31F}"/>
                </a:ext>
              </a:extLst>
            </p:cNvPr>
            <p:cNvSpPr/>
            <p:nvPr/>
          </p:nvSpPr>
          <p:spPr>
            <a:xfrm>
              <a:off x="2382742" y="196108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Mic</a:t>
              </a:r>
            </a:p>
          </p:txBody>
        </p:sp>
        <p:pic>
          <p:nvPicPr>
            <p:cNvPr id="4100" name="Picture 4" descr="Microphone Basic Mixture Flat icon">
              <a:extLst>
                <a:ext uri="{FF2B5EF4-FFF2-40B4-BE49-F238E27FC236}">
                  <a16:creationId xmlns:a16="http://schemas.microsoft.com/office/drawing/2014/main" id="{A7791DF5-224A-2C0C-4BB9-42EA9F2FC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6112" y="2010089"/>
              <a:ext cx="414799" cy="414799"/>
            </a:xfrm>
            <a:prstGeom prst="rect">
              <a:avLst/>
            </a:prstGeom>
            <a:noFill/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959281-B7E0-4646-EA49-FE375143F09D}"/>
              </a:ext>
            </a:extLst>
          </p:cNvPr>
          <p:cNvGrpSpPr/>
          <p:nvPr/>
        </p:nvGrpSpPr>
        <p:grpSpPr>
          <a:xfrm>
            <a:off x="4984028" y="4142277"/>
            <a:ext cx="468550" cy="599012"/>
            <a:chOff x="1801935" y="1961088"/>
            <a:chExt cx="468550" cy="59901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A416AE5B-A023-6057-67D4-7558DBDE3D57}"/>
                </a:ext>
              </a:extLst>
            </p:cNvPr>
            <p:cNvSpPr/>
            <p:nvPr/>
          </p:nvSpPr>
          <p:spPr>
            <a:xfrm>
              <a:off x="1801935" y="196108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Speaker</a:t>
              </a:r>
            </a:p>
          </p:txBody>
        </p:sp>
        <p:pic>
          <p:nvPicPr>
            <p:cNvPr id="207" name="Graphic 206" descr="Volume with solid fill">
              <a:extLst>
                <a:ext uri="{FF2B5EF4-FFF2-40B4-BE49-F238E27FC236}">
                  <a16:creationId xmlns:a16="http://schemas.microsoft.com/office/drawing/2014/main" id="{B08270AE-DD27-D405-FEA1-37FD513DD7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835834" y="2010089"/>
              <a:ext cx="434651" cy="434651"/>
            </a:xfrm>
            <a:prstGeom prst="rect">
              <a:avLst/>
            </a:prstGeom>
          </p:spPr>
        </p:pic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5CDF0E8-0697-987D-11EF-F6EC9317B997}"/>
              </a:ext>
            </a:extLst>
          </p:cNvPr>
          <p:cNvGrpSpPr/>
          <p:nvPr/>
        </p:nvGrpSpPr>
        <p:grpSpPr>
          <a:xfrm>
            <a:off x="5800180" y="1551693"/>
            <a:ext cx="477072" cy="599012"/>
            <a:chOff x="678168" y="1951838"/>
            <a:chExt cx="477072" cy="599012"/>
          </a:xfrm>
        </p:grpSpPr>
        <p:sp>
          <p:nvSpPr>
            <p:cNvPr id="227" name="Rectangle: Rounded Corners 226">
              <a:extLst>
                <a:ext uri="{FF2B5EF4-FFF2-40B4-BE49-F238E27FC236}">
                  <a16:creationId xmlns:a16="http://schemas.microsoft.com/office/drawing/2014/main" id="{C61445E8-AF5E-7C4F-B18B-73EE0AC662AF}"/>
                </a:ext>
              </a:extLst>
            </p:cNvPr>
            <p:cNvSpPr/>
            <p:nvPr/>
          </p:nvSpPr>
          <p:spPr>
            <a:xfrm>
              <a:off x="678168" y="195183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Camera</a:t>
              </a:r>
            </a:p>
          </p:txBody>
        </p:sp>
        <p:pic>
          <p:nvPicPr>
            <p:cNvPr id="209" name="Graphic 208" descr="Security camera with solid fill">
              <a:extLst>
                <a:ext uri="{FF2B5EF4-FFF2-40B4-BE49-F238E27FC236}">
                  <a16:creationId xmlns:a16="http://schemas.microsoft.com/office/drawing/2014/main" id="{B6720800-6CEF-166A-78DC-5B0D23FF9D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9482" y="1994988"/>
              <a:ext cx="445758" cy="445758"/>
            </a:xfrm>
            <a:prstGeom prst="rect">
              <a:avLst/>
            </a:prstGeom>
          </p:spPr>
        </p:pic>
      </p:grpSp>
      <p:grpSp>
        <p:nvGrpSpPr>
          <p:cNvPr id="4200" name="Group 4199">
            <a:extLst>
              <a:ext uri="{FF2B5EF4-FFF2-40B4-BE49-F238E27FC236}">
                <a16:creationId xmlns:a16="http://schemas.microsoft.com/office/drawing/2014/main" id="{0A5729E2-8B99-4717-0056-7A3121FA7D5F}"/>
              </a:ext>
            </a:extLst>
          </p:cNvPr>
          <p:cNvGrpSpPr/>
          <p:nvPr/>
        </p:nvGrpSpPr>
        <p:grpSpPr>
          <a:xfrm>
            <a:off x="5038214" y="3687833"/>
            <a:ext cx="1439377" cy="161191"/>
            <a:chOff x="4322648" y="3274473"/>
            <a:chExt cx="2158818" cy="493536"/>
          </a:xfrm>
        </p:grpSpPr>
        <p:grpSp>
          <p:nvGrpSpPr>
            <p:cNvPr id="4149" name="Group 4148">
              <a:extLst>
                <a:ext uri="{FF2B5EF4-FFF2-40B4-BE49-F238E27FC236}">
                  <a16:creationId xmlns:a16="http://schemas.microsoft.com/office/drawing/2014/main" id="{72393F89-0AC7-D128-850D-3C459DE83863}"/>
                </a:ext>
              </a:extLst>
            </p:cNvPr>
            <p:cNvGrpSpPr/>
            <p:nvPr/>
          </p:nvGrpSpPr>
          <p:grpSpPr>
            <a:xfrm>
              <a:off x="4331005" y="3274474"/>
              <a:ext cx="2129150" cy="478813"/>
              <a:chOff x="295422" y="2590948"/>
              <a:chExt cx="4089689" cy="1378909"/>
            </a:xfrm>
            <a:noFill/>
          </p:grpSpPr>
          <p:grpSp>
            <p:nvGrpSpPr>
              <p:cNvPr id="4099" name="Group 4098">
                <a:extLst>
                  <a:ext uri="{FF2B5EF4-FFF2-40B4-BE49-F238E27FC236}">
                    <a16:creationId xmlns:a16="http://schemas.microsoft.com/office/drawing/2014/main" id="{C0D32A6A-D7C6-74C6-7B2F-4DBF19E68216}"/>
                  </a:ext>
                </a:extLst>
              </p:cNvPr>
              <p:cNvGrpSpPr/>
              <p:nvPr/>
            </p:nvGrpSpPr>
            <p:grpSpPr>
              <a:xfrm>
                <a:off x="296332" y="3749040"/>
                <a:ext cx="4088262" cy="220817"/>
                <a:chOff x="296332" y="3749040"/>
                <a:chExt cx="4088262" cy="220817"/>
              </a:xfrm>
              <a:grpFill/>
            </p:grpSpPr>
            <p:sp>
              <p:nvSpPr>
                <p:cNvPr id="238" name="Rectangle 237">
                  <a:extLst>
                    <a:ext uri="{FF2B5EF4-FFF2-40B4-BE49-F238E27FC236}">
                      <a16:creationId xmlns:a16="http://schemas.microsoft.com/office/drawing/2014/main" id="{8E84D7A2-367D-BAAE-779D-605AE7E742BD}"/>
                    </a:ext>
                  </a:extLst>
                </p:cNvPr>
                <p:cNvSpPr/>
                <p:nvPr/>
              </p:nvSpPr>
              <p:spPr>
                <a:xfrm>
                  <a:off x="296332" y="3749040"/>
                  <a:ext cx="189910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39" name="Rectangle 238">
                  <a:extLst>
                    <a:ext uri="{FF2B5EF4-FFF2-40B4-BE49-F238E27FC236}">
                      <a16:creationId xmlns:a16="http://schemas.microsoft.com/office/drawing/2014/main" id="{0D14F0E0-8AA2-4EE3-DBA0-B468C84262E1}"/>
                    </a:ext>
                  </a:extLst>
                </p:cNvPr>
                <p:cNvSpPr/>
                <p:nvPr/>
              </p:nvSpPr>
              <p:spPr>
                <a:xfrm>
                  <a:off x="49977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15BA57E0-5DFA-EF64-A019-BDB16FA1A111}"/>
                    </a:ext>
                  </a:extLst>
                </p:cNvPr>
                <p:cNvSpPr/>
                <p:nvPr/>
              </p:nvSpPr>
              <p:spPr>
                <a:xfrm>
                  <a:off x="706379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4C83B545-3862-912E-EDCE-722B2715636C}"/>
                    </a:ext>
                  </a:extLst>
                </p:cNvPr>
                <p:cNvSpPr/>
                <p:nvPr/>
              </p:nvSpPr>
              <p:spPr>
                <a:xfrm>
                  <a:off x="90721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C32E1A1F-8D8E-7177-8A1E-99A1328202B0}"/>
                    </a:ext>
                  </a:extLst>
                </p:cNvPr>
                <p:cNvSpPr/>
                <p:nvPr/>
              </p:nvSpPr>
              <p:spPr>
                <a:xfrm>
                  <a:off x="111257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3" name="Rectangle 242">
                  <a:extLst>
                    <a:ext uri="{FF2B5EF4-FFF2-40B4-BE49-F238E27FC236}">
                      <a16:creationId xmlns:a16="http://schemas.microsoft.com/office/drawing/2014/main" id="{8E9AE157-3E77-2857-CDF0-1CC5661443B8}"/>
                    </a:ext>
                  </a:extLst>
                </p:cNvPr>
                <p:cNvSpPr/>
                <p:nvPr/>
              </p:nvSpPr>
              <p:spPr>
                <a:xfrm>
                  <a:off x="131340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4" name="Rectangle 243">
                  <a:extLst>
                    <a:ext uri="{FF2B5EF4-FFF2-40B4-BE49-F238E27FC236}">
                      <a16:creationId xmlns:a16="http://schemas.microsoft.com/office/drawing/2014/main" id="{007E5D1E-999F-8AD3-5D13-74EFE1627FB7}"/>
                    </a:ext>
                  </a:extLst>
                </p:cNvPr>
                <p:cNvSpPr/>
                <p:nvPr/>
              </p:nvSpPr>
              <p:spPr>
                <a:xfrm>
                  <a:off x="152001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383A68DD-2F08-2544-DA49-132CCF2939E9}"/>
                    </a:ext>
                  </a:extLst>
                </p:cNvPr>
                <p:cNvSpPr/>
                <p:nvPr/>
              </p:nvSpPr>
              <p:spPr>
                <a:xfrm>
                  <a:off x="172084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7D9C7E33-176C-2A4F-226E-3E2F0BA8297D}"/>
                    </a:ext>
                  </a:extLst>
                </p:cNvPr>
                <p:cNvSpPr/>
                <p:nvPr/>
              </p:nvSpPr>
              <p:spPr>
                <a:xfrm>
                  <a:off x="193369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7" name="Rectangle 246">
                  <a:extLst>
                    <a:ext uri="{FF2B5EF4-FFF2-40B4-BE49-F238E27FC236}">
                      <a16:creationId xmlns:a16="http://schemas.microsoft.com/office/drawing/2014/main" id="{5EDD37B1-1914-0A5B-8ECC-147B3CBE9397}"/>
                    </a:ext>
                  </a:extLst>
                </p:cNvPr>
                <p:cNvSpPr/>
                <p:nvPr/>
              </p:nvSpPr>
              <p:spPr>
                <a:xfrm>
                  <a:off x="213452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8" name="Rectangle 247">
                  <a:extLst>
                    <a:ext uri="{FF2B5EF4-FFF2-40B4-BE49-F238E27FC236}">
                      <a16:creationId xmlns:a16="http://schemas.microsoft.com/office/drawing/2014/main" id="{AFEADAF2-E02B-21E2-6DF2-7A8864E88523}"/>
                    </a:ext>
                  </a:extLst>
                </p:cNvPr>
                <p:cNvSpPr/>
                <p:nvPr/>
              </p:nvSpPr>
              <p:spPr>
                <a:xfrm>
                  <a:off x="234113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3650AA44-A3F3-05D3-99E9-5E3A2D580881}"/>
                    </a:ext>
                  </a:extLst>
                </p:cNvPr>
                <p:cNvSpPr/>
                <p:nvPr/>
              </p:nvSpPr>
              <p:spPr>
                <a:xfrm>
                  <a:off x="254196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E1413BBE-EC53-C60C-A964-26F5B61F4F3C}"/>
                    </a:ext>
                  </a:extLst>
                </p:cNvPr>
                <p:cNvSpPr/>
                <p:nvPr/>
              </p:nvSpPr>
              <p:spPr>
                <a:xfrm>
                  <a:off x="2753608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D69899D4-4688-36C6-1CD6-04CD7D145C51}"/>
                    </a:ext>
                  </a:extLst>
                </p:cNvPr>
                <p:cNvSpPr/>
                <p:nvPr/>
              </p:nvSpPr>
              <p:spPr>
                <a:xfrm>
                  <a:off x="295444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AD0D40DD-67CB-75AA-5C87-1C07F33929E9}"/>
                    </a:ext>
                  </a:extLst>
                </p:cNvPr>
                <p:cNvSpPr/>
                <p:nvPr/>
              </p:nvSpPr>
              <p:spPr>
                <a:xfrm>
                  <a:off x="316104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77C471A2-B3C4-2C69-CE8F-B5C1CC4E2D59}"/>
                    </a:ext>
                  </a:extLst>
                </p:cNvPr>
                <p:cNvSpPr/>
                <p:nvPr/>
              </p:nvSpPr>
              <p:spPr>
                <a:xfrm>
                  <a:off x="336188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B2178778-DDCB-1AAE-F256-E314A8B3410B}"/>
                    </a:ext>
                  </a:extLst>
                </p:cNvPr>
                <p:cNvSpPr/>
                <p:nvPr/>
              </p:nvSpPr>
              <p:spPr>
                <a:xfrm>
                  <a:off x="356791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28D31AEE-08E1-8FA1-6550-028DB33081D7}"/>
                    </a:ext>
                  </a:extLst>
                </p:cNvPr>
                <p:cNvSpPr/>
                <p:nvPr/>
              </p:nvSpPr>
              <p:spPr>
                <a:xfrm>
                  <a:off x="376875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096" name="Rectangle 4095">
                  <a:extLst>
                    <a:ext uri="{FF2B5EF4-FFF2-40B4-BE49-F238E27FC236}">
                      <a16:creationId xmlns:a16="http://schemas.microsoft.com/office/drawing/2014/main" id="{01742CAA-D7F5-364E-269E-5F5A23352D7B}"/>
                    </a:ext>
                  </a:extLst>
                </p:cNvPr>
                <p:cNvSpPr/>
                <p:nvPr/>
              </p:nvSpPr>
              <p:spPr>
                <a:xfrm>
                  <a:off x="397535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097" name="Rectangle 4096">
                  <a:extLst>
                    <a:ext uri="{FF2B5EF4-FFF2-40B4-BE49-F238E27FC236}">
                      <a16:creationId xmlns:a16="http://schemas.microsoft.com/office/drawing/2014/main" id="{D5C1E159-DF88-D5EC-D289-11A0F82D937F}"/>
                    </a:ext>
                  </a:extLst>
                </p:cNvPr>
                <p:cNvSpPr/>
                <p:nvPr/>
              </p:nvSpPr>
              <p:spPr>
                <a:xfrm>
                  <a:off x="4194684" y="3749040"/>
                  <a:ext cx="189910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</p:grpSp>
          <p:grpSp>
            <p:nvGrpSpPr>
              <p:cNvPr id="4101" name="Group 4100">
                <a:extLst>
                  <a:ext uri="{FF2B5EF4-FFF2-40B4-BE49-F238E27FC236}">
                    <a16:creationId xmlns:a16="http://schemas.microsoft.com/office/drawing/2014/main" id="{2E80145B-5499-C8F2-BAFA-F829C1AD4CFB}"/>
                  </a:ext>
                </a:extLst>
              </p:cNvPr>
              <p:cNvGrpSpPr/>
              <p:nvPr/>
            </p:nvGrpSpPr>
            <p:grpSpPr>
              <a:xfrm>
                <a:off x="297020" y="2590948"/>
                <a:ext cx="4088091" cy="220817"/>
                <a:chOff x="296370" y="3749040"/>
                <a:chExt cx="4088091" cy="220817"/>
              </a:xfrm>
              <a:grpFill/>
            </p:grpSpPr>
            <p:sp>
              <p:nvSpPr>
                <p:cNvPr id="4102" name="Rectangle 4101">
                  <a:extLst>
                    <a:ext uri="{FF2B5EF4-FFF2-40B4-BE49-F238E27FC236}">
                      <a16:creationId xmlns:a16="http://schemas.microsoft.com/office/drawing/2014/main" id="{95E0C2C3-EEC7-4F48-41EC-F92A2B16109B}"/>
                    </a:ext>
                  </a:extLst>
                </p:cNvPr>
                <p:cNvSpPr/>
                <p:nvPr/>
              </p:nvSpPr>
              <p:spPr>
                <a:xfrm>
                  <a:off x="29637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03" name="Rectangle 4102">
                  <a:extLst>
                    <a:ext uri="{FF2B5EF4-FFF2-40B4-BE49-F238E27FC236}">
                      <a16:creationId xmlns:a16="http://schemas.microsoft.com/office/drawing/2014/main" id="{20209865-3851-7989-8CE7-683F92E3C806}"/>
                    </a:ext>
                  </a:extLst>
                </p:cNvPr>
                <p:cNvSpPr/>
                <p:nvPr/>
              </p:nvSpPr>
              <p:spPr>
                <a:xfrm>
                  <a:off x="49977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04" name="Rectangle 4103">
                  <a:extLst>
                    <a:ext uri="{FF2B5EF4-FFF2-40B4-BE49-F238E27FC236}">
                      <a16:creationId xmlns:a16="http://schemas.microsoft.com/office/drawing/2014/main" id="{156A5619-9B3A-0B2B-F0A4-D0ABE7217365}"/>
                    </a:ext>
                  </a:extLst>
                </p:cNvPr>
                <p:cNvSpPr/>
                <p:nvPr/>
              </p:nvSpPr>
              <p:spPr>
                <a:xfrm>
                  <a:off x="706379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5" name="Rectangle 4104">
                  <a:extLst>
                    <a:ext uri="{FF2B5EF4-FFF2-40B4-BE49-F238E27FC236}">
                      <a16:creationId xmlns:a16="http://schemas.microsoft.com/office/drawing/2014/main" id="{5F236CFB-32A4-F724-9168-D9AB1AB51AD4}"/>
                    </a:ext>
                  </a:extLst>
                </p:cNvPr>
                <p:cNvSpPr/>
                <p:nvPr/>
              </p:nvSpPr>
              <p:spPr>
                <a:xfrm>
                  <a:off x="90721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6" name="Rectangle 4105">
                  <a:extLst>
                    <a:ext uri="{FF2B5EF4-FFF2-40B4-BE49-F238E27FC236}">
                      <a16:creationId xmlns:a16="http://schemas.microsoft.com/office/drawing/2014/main" id="{C389D2DC-F536-5170-E1B0-F62A70CEB307}"/>
                    </a:ext>
                  </a:extLst>
                </p:cNvPr>
                <p:cNvSpPr/>
                <p:nvPr/>
              </p:nvSpPr>
              <p:spPr>
                <a:xfrm>
                  <a:off x="1112573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7" name="Rectangle 4106">
                  <a:extLst>
                    <a:ext uri="{FF2B5EF4-FFF2-40B4-BE49-F238E27FC236}">
                      <a16:creationId xmlns:a16="http://schemas.microsoft.com/office/drawing/2014/main" id="{27A48265-BD07-C340-3A2B-DCADBF3A6DD1}"/>
                    </a:ext>
                  </a:extLst>
                </p:cNvPr>
                <p:cNvSpPr/>
                <p:nvPr/>
              </p:nvSpPr>
              <p:spPr>
                <a:xfrm>
                  <a:off x="131340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8" name="Rectangle 4107">
                  <a:extLst>
                    <a:ext uri="{FF2B5EF4-FFF2-40B4-BE49-F238E27FC236}">
                      <a16:creationId xmlns:a16="http://schemas.microsoft.com/office/drawing/2014/main" id="{B338170C-8302-DEFF-9B5F-7BBFEC47E104}"/>
                    </a:ext>
                  </a:extLst>
                </p:cNvPr>
                <p:cNvSpPr/>
                <p:nvPr/>
              </p:nvSpPr>
              <p:spPr>
                <a:xfrm>
                  <a:off x="152001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09" name="Rectangle 4108">
                  <a:extLst>
                    <a:ext uri="{FF2B5EF4-FFF2-40B4-BE49-F238E27FC236}">
                      <a16:creationId xmlns:a16="http://schemas.microsoft.com/office/drawing/2014/main" id="{D12CAEBE-4AD4-DA59-0667-D43CF5E8D707}"/>
                    </a:ext>
                  </a:extLst>
                </p:cNvPr>
                <p:cNvSpPr/>
                <p:nvPr/>
              </p:nvSpPr>
              <p:spPr>
                <a:xfrm>
                  <a:off x="172084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0" name="Rectangle 4109">
                  <a:extLst>
                    <a:ext uri="{FF2B5EF4-FFF2-40B4-BE49-F238E27FC236}">
                      <a16:creationId xmlns:a16="http://schemas.microsoft.com/office/drawing/2014/main" id="{DCC0345E-44D4-723C-CB59-B6E7847F03AC}"/>
                    </a:ext>
                  </a:extLst>
                </p:cNvPr>
                <p:cNvSpPr/>
                <p:nvPr/>
              </p:nvSpPr>
              <p:spPr>
                <a:xfrm>
                  <a:off x="193369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1" name="Rectangle 4110">
                  <a:extLst>
                    <a:ext uri="{FF2B5EF4-FFF2-40B4-BE49-F238E27FC236}">
                      <a16:creationId xmlns:a16="http://schemas.microsoft.com/office/drawing/2014/main" id="{A313F739-CC6E-4131-8C4A-76B9B913B2A7}"/>
                    </a:ext>
                  </a:extLst>
                </p:cNvPr>
                <p:cNvSpPr/>
                <p:nvPr/>
              </p:nvSpPr>
              <p:spPr>
                <a:xfrm>
                  <a:off x="213452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2" name="Rectangle 4111">
                  <a:extLst>
                    <a:ext uri="{FF2B5EF4-FFF2-40B4-BE49-F238E27FC236}">
                      <a16:creationId xmlns:a16="http://schemas.microsoft.com/office/drawing/2014/main" id="{C599FBBE-FC99-F00E-0D9C-044385271BB4}"/>
                    </a:ext>
                  </a:extLst>
                </p:cNvPr>
                <p:cNvSpPr/>
                <p:nvPr/>
              </p:nvSpPr>
              <p:spPr>
                <a:xfrm>
                  <a:off x="234113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3" name="Rectangle 4112">
                  <a:extLst>
                    <a:ext uri="{FF2B5EF4-FFF2-40B4-BE49-F238E27FC236}">
                      <a16:creationId xmlns:a16="http://schemas.microsoft.com/office/drawing/2014/main" id="{2BCC1AF9-A439-9DF5-A28A-F7A8694A4992}"/>
                    </a:ext>
                  </a:extLst>
                </p:cNvPr>
                <p:cNvSpPr/>
                <p:nvPr/>
              </p:nvSpPr>
              <p:spPr>
                <a:xfrm>
                  <a:off x="2541964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4" name="Rectangle 4113">
                  <a:extLst>
                    <a:ext uri="{FF2B5EF4-FFF2-40B4-BE49-F238E27FC236}">
                      <a16:creationId xmlns:a16="http://schemas.microsoft.com/office/drawing/2014/main" id="{F386C275-ABE9-A7BF-4CC6-7348E56CC2D2}"/>
                    </a:ext>
                  </a:extLst>
                </p:cNvPr>
                <p:cNvSpPr/>
                <p:nvPr/>
              </p:nvSpPr>
              <p:spPr>
                <a:xfrm>
                  <a:off x="2753608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5" name="Rectangle 4114">
                  <a:extLst>
                    <a:ext uri="{FF2B5EF4-FFF2-40B4-BE49-F238E27FC236}">
                      <a16:creationId xmlns:a16="http://schemas.microsoft.com/office/drawing/2014/main" id="{1322DB05-4122-3C9C-EC93-C7CE25825698}"/>
                    </a:ext>
                  </a:extLst>
                </p:cNvPr>
                <p:cNvSpPr/>
                <p:nvPr/>
              </p:nvSpPr>
              <p:spPr>
                <a:xfrm>
                  <a:off x="2954442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6" name="Rectangle 4115">
                  <a:extLst>
                    <a:ext uri="{FF2B5EF4-FFF2-40B4-BE49-F238E27FC236}">
                      <a16:creationId xmlns:a16="http://schemas.microsoft.com/office/drawing/2014/main" id="{9E5896B8-A1A2-8E45-ABF4-F2BC2E9F263D}"/>
                    </a:ext>
                  </a:extLst>
                </p:cNvPr>
                <p:cNvSpPr/>
                <p:nvPr/>
              </p:nvSpPr>
              <p:spPr>
                <a:xfrm>
                  <a:off x="3161047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7" name="Rectangle 4116">
                  <a:extLst>
                    <a:ext uri="{FF2B5EF4-FFF2-40B4-BE49-F238E27FC236}">
                      <a16:creationId xmlns:a16="http://schemas.microsoft.com/office/drawing/2014/main" id="{EFEA3185-F693-9819-5A3A-80A2742E4001}"/>
                    </a:ext>
                  </a:extLst>
                </p:cNvPr>
                <p:cNvSpPr/>
                <p:nvPr/>
              </p:nvSpPr>
              <p:spPr>
                <a:xfrm>
                  <a:off x="3361881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18" name="Rectangle 4117">
                  <a:extLst>
                    <a:ext uri="{FF2B5EF4-FFF2-40B4-BE49-F238E27FC236}">
                      <a16:creationId xmlns:a16="http://schemas.microsoft.com/office/drawing/2014/main" id="{93BD9893-B0C0-BD6B-CD99-F82CE190E710}"/>
                    </a:ext>
                  </a:extLst>
                </p:cNvPr>
                <p:cNvSpPr/>
                <p:nvPr/>
              </p:nvSpPr>
              <p:spPr>
                <a:xfrm>
                  <a:off x="3567916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19" name="Rectangle 4118">
                  <a:extLst>
                    <a:ext uri="{FF2B5EF4-FFF2-40B4-BE49-F238E27FC236}">
                      <a16:creationId xmlns:a16="http://schemas.microsoft.com/office/drawing/2014/main" id="{A7C28D62-9835-2B08-73B3-923B1A0E48F2}"/>
                    </a:ext>
                  </a:extLst>
                </p:cNvPr>
                <p:cNvSpPr/>
                <p:nvPr/>
              </p:nvSpPr>
              <p:spPr>
                <a:xfrm>
                  <a:off x="376875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0" name="Rectangle 4119">
                  <a:extLst>
                    <a:ext uri="{FF2B5EF4-FFF2-40B4-BE49-F238E27FC236}">
                      <a16:creationId xmlns:a16="http://schemas.microsoft.com/office/drawing/2014/main" id="{45BEE6DF-1D79-14C3-5D61-5B40AE24759F}"/>
                    </a:ext>
                  </a:extLst>
                </p:cNvPr>
                <p:cNvSpPr/>
                <p:nvPr/>
              </p:nvSpPr>
              <p:spPr>
                <a:xfrm>
                  <a:off x="3975355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1" name="Rectangle 4120">
                  <a:extLst>
                    <a:ext uri="{FF2B5EF4-FFF2-40B4-BE49-F238E27FC236}">
                      <a16:creationId xmlns:a16="http://schemas.microsoft.com/office/drawing/2014/main" id="{6B2906E5-C315-F1EB-5856-1097856F3389}"/>
                    </a:ext>
                  </a:extLst>
                </p:cNvPr>
                <p:cNvSpPr/>
                <p:nvPr/>
              </p:nvSpPr>
              <p:spPr>
                <a:xfrm>
                  <a:off x="4194550" y="3749040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grpSp>
            <p:nvGrpSpPr>
              <p:cNvPr id="4143" name="Group 4142">
                <a:extLst>
                  <a:ext uri="{FF2B5EF4-FFF2-40B4-BE49-F238E27FC236}">
                    <a16:creationId xmlns:a16="http://schemas.microsoft.com/office/drawing/2014/main" id="{C528C43A-1011-D61C-8443-1F0DCEBF6DE2}"/>
                  </a:ext>
                </a:extLst>
              </p:cNvPr>
              <p:cNvGrpSpPr/>
              <p:nvPr/>
            </p:nvGrpSpPr>
            <p:grpSpPr>
              <a:xfrm>
                <a:off x="295422" y="2828778"/>
                <a:ext cx="189911" cy="913690"/>
                <a:chOff x="295422" y="2828778"/>
                <a:chExt cx="189911" cy="913690"/>
              </a:xfrm>
              <a:grpFill/>
            </p:grpSpPr>
            <p:sp>
              <p:nvSpPr>
                <p:cNvPr id="4123" name="Rectangle 4122">
                  <a:extLst>
                    <a:ext uri="{FF2B5EF4-FFF2-40B4-BE49-F238E27FC236}">
                      <a16:creationId xmlns:a16="http://schemas.microsoft.com/office/drawing/2014/main" id="{32884162-AC66-8567-96BF-804229AAB03F}"/>
                    </a:ext>
                  </a:extLst>
                </p:cNvPr>
                <p:cNvSpPr/>
                <p:nvPr/>
              </p:nvSpPr>
              <p:spPr>
                <a:xfrm>
                  <a:off x="295422" y="282877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4" name="Rectangle 4123">
                  <a:extLst>
                    <a:ext uri="{FF2B5EF4-FFF2-40B4-BE49-F238E27FC236}">
                      <a16:creationId xmlns:a16="http://schemas.microsoft.com/office/drawing/2014/main" id="{3FA8D002-A233-C7F8-44E4-6C2927557791}"/>
                    </a:ext>
                  </a:extLst>
                </p:cNvPr>
                <p:cNvSpPr/>
                <p:nvPr/>
              </p:nvSpPr>
              <p:spPr>
                <a:xfrm>
                  <a:off x="295422" y="306965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5" name="Rectangle 4124">
                  <a:extLst>
                    <a:ext uri="{FF2B5EF4-FFF2-40B4-BE49-F238E27FC236}">
                      <a16:creationId xmlns:a16="http://schemas.microsoft.com/office/drawing/2014/main" id="{AB144266-85ED-C45F-8C4A-2D4E26A9DC3F}"/>
                    </a:ext>
                  </a:extLst>
                </p:cNvPr>
                <p:cNvSpPr/>
                <p:nvPr/>
              </p:nvSpPr>
              <p:spPr>
                <a:xfrm>
                  <a:off x="295422" y="3295976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26" name="Rectangle 4125">
                  <a:extLst>
                    <a:ext uri="{FF2B5EF4-FFF2-40B4-BE49-F238E27FC236}">
                      <a16:creationId xmlns:a16="http://schemas.microsoft.com/office/drawing/2014/main" id="{434E0157-4FAB-4AA5-C6C3-9A0ADAFB6180}"/>
                    </a:ext>
                  </a:extLst>
                </p:cNvPr>
                <p:cNvSpPr/>
                <p:nvPr/>
              </p:nvSpPr>
              <p:spPr>
                <a:xfrm>
                  <a:off x="295422" y="3521651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  <p:grpSp>
            <p:nvGrpSpPr>
              <p:cNvPr id="4144" name="Group 4143">
                <a:extLst>
                  <a:ext uri="{FF2B5EF4-FFF2-40B4-BE49-F238E27FC236}">
                    <a16:creationId xmlns:a16="http://schemas.microsoft.com/office/drawing/2014/main" id="{2B70FDF1-ECC0-3A5D-741E-94D216F109CB}"/>
                  </a:ext>
                </a:extLst>
              </p:cNvPr>
              <p:cNvGrpSpPr/>
              <p:nvPr/>
            </p:nvGrpSpPr>
            <p:grpSpPr>
              <a:xfrm>
                <a:off x="4193000" y="2826596"/>
                <a:ext cx="189911" cy="913690"/>
                <a:chOff x="295422" y="2828778"/>
                <a:chExt cx="189911" cy="913690"/>
              </a:xfrm>
              <a:grpFill/>
            </p:grpSpPr>
            <p:sp>
              <p:nvSpPr>
                <p:cNvPr id="4145" name="Rectangle 4144">
                  <a:extLst>
                    <a:ext uri="{FF2B5EF4-FFF2-40B4-BE49-F238E27FC236}">
                      <a16:creationId xmlns:a16="http://schemas.microsoft.com/office/drawing/2014/main" id="{99E48815-8514-DAD1-9996-A9A855EC2A18}"/>
                    </a:ext>
                  </a:extLst>
                </p:cNvPr>
                <p:cNvSpPr/>
                <p:nvPr/>
              </p:nvSpPr>
              <p:spPr>
                <a:xfrm>
                  <a:off x="295422" y="282877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46" name="Rectangle 4145">
                  <a:extLst>
                    <a:ext uri="{FF2B5EF4-FFF2-40B4-BE49-F238E27FC236}">
                      <a16:creationId xmlns:a16="http://schemas.microsoft.com/office/drawing/2014/main" id="{AE176CAE-11EA-5E57-3957-339FF9A1A1A6}"/>
                    </a:ext>
                  </a:extLst>
                </p:cNvPr>
                <p:cNvSpPr/>
                <p:nvPr/>
              </p:nvSpPr>
              <p:spPr>
                <a:xfrm>
                  <a:off x="295422" y="3069658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 </a:t>
                  </a:r>
                </a:p>
              </p:txBody>
            </p:sp>
            <p:sp>
              <p:nvSpPr>
                <p:cNvPr id="4147" name="Rectangle 4146">
                  <a:extLst>
                    <a:ext uri="{FF2B5EF4-FFF2-40B4-BE49-F238E27FC236}">
                      <a16:creationId xmlns:a16="http://schemas.microsoft.com/office/drawing/2014/main" id="{D81E1931-DB3B-0CB5-DF68-2A5E0934DD70}"/>
                    </a:ext>
                  </a:extLst>
                </p:cNvPr>
                <p:cNvSpPr/>
                <p:nvPr/>
              </p:nvSpPr>
              <p:spPr>
                <a:xfrm>
                  <a:off x="295422" y="3295976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  <p:sp>
              <p:nvSpPr>
                <p:cNvPr id="4148" name="Rectangle 4147">
                  <a:extLst>
                    <a:ext uri="{FF2B5EF4-FFF2-40B4-BE49-F238E27FC236}">
                      <a16:creationId xmlns:a16="http://schemas.microsoft.com/office/drawing/2014/main" id="{7168368E-B563-DD62-3F2A-A8B186B3A1D3}"/>
                    </a:ext>
                  </a:extLst>
                </p:cNvPr>
                <p:cNvSpPr/>
                <p:nvPr/>
              </p:nvSpPr>
              <p:spPr>
                <a:xfrm>
                  <a:off x="295422" y="3521651"/>
                  <a:ext cx="189911" cy="220817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 </a:t>
                  </a:r>
                </a:p>
              </p:txBody>
            </p:sp>
          </p:grpSp>
        </p:grpSp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DC26A670-7A26-1F7F-179B-D5C3ECF2B9C9}"/>
                </a:ext>
              </a:extLst>
            </p:cNvPr>
            <p:cNvSpPr/>
            <p:nvPr/>
          </p:nvSpPr>
          <p:spPr>
            <a:xfrm>
              <a:off x="4322648" y="3274473"/>
              <a:ext cx="2158818" cy="493536"/>
            </a:xfrm>
            <a:prstGeom prst="roundRect">
              <a:avLst>
                <a:gd name="adj" fmla="val 7386"/>
              </a:avLst>
            </a:prstGeom>
            <a:solidFill>
              <a:schemeClr val="bg2">
                <a:lumMod val="75000"/>
              </a:schemeClr>
            </a:solidFill>
            <a:ln w="12700" cmpd="sng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</a:rPr>
                <a:t>USB-C Multiport Hub + PD</a:t>
              </a:r>
            </a:p>
          </p:txBody>
        </p:sp>
      </p:grpSp>
      <p:cxnSp>
        <p:nvCxnSpPr>
          <p:cNvPr id="4172" name="Straight Connector 192">
            <a:extLst>
              <a:ext uri="{FF2B5EF4-FFF2-40B4-BE49-F238E27FC236}">
                <a16:creationId xmlns:a16="http://schemas.microsoft.com/office/drawing/2014/main" id="{133D7AA8-BF9B-98C3-2713-26E5215C7636}"/>
              </a:ext>
            </a:extLst>
          </p:cNvPr>
          <p:cNvCxnSpPr>
            <a:cxnSpLocks/>
            <a:stCxn id="227" idx="3"/>
            <a:endCxn id="161" idx="1"/>
          </p:cNvCxnSpPr>
          <p:nvPr/>
        </p:nvCxnSpPr>
        <p:spPr>
          <a:xfrm>
            <a:off x="6268730" y="1851199"/>
            <a:ext cx="459730" cy="637799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arrow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5" name="Straight Connector 192">
            <a:extLst>
              <a:ext uri="{FF2B5EF4-FFF2-40B4-BE49-F238E27FC236}">
                <a16:creationId xmlns:a16="http://schemas.microsoft.com/office/drawing/2014/main" id="{55BA9D4C-5847-4E60-674B-68CA8D881A52}"/>
              </a:ext>
            </a:extLst>
          </p:cNvPr>
          <p:cNvCxnSpPr>
            <a:cxnSpLocks/>
            <a:stCxn id="211" idx="2"/>
            <a:endCxn id="4104" idx="0"/>
          </p:cNvCxnSpPr>
          <p:nvPr/>
        </p:nvCxnSpPr>
        <p:spPr>
          <a:xfrm flipH="1">
            <a:off x="5219623" y="3396896"/>
            <a:ext cx="82" cy="290937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91" name="Group 4290">
            <a:extLst>
              <a:ext uri="{FF2B5EF4-FFF2-40B4-BE49-F238E27FC236}">
                <a16:creationId xmlns:a16="http://schemas.microsoft.com/office/drawing/2014/main" id="{32C244B9-1C76-41CD-C056-AACA5992F1A0}"/>
              </a:ext>
            </a:extLst>
          </p:cNvPr>
          <p:cNvGrpSpPr/>
          <p:nvPr/>
        </p:nvGrpSpPr>
        <p:grpSpPr>
          <a:xfrm>
            <a:off x="5807811" y="2797884"/>
            <a:ext cx="468550" cy="599012"/>
            <a:chOff x="678168" y="1951838"/>
            <a:chExt cx="468550" cy="599012"/>
          </a:xfrm>
        </p:grpSpPr>
        <p:sp>
          <p:nvSpPr>
            <p:cNvPr id="4292" name="Rectangle: Rounded Corners 4291">
              <a:extLst>
                <a:ext uri="{FF2B5EF4-FFF2-40B4-BE49-F238E27FC236}">
                  <a16:creationId xmlns:a16="http://schemas.microsoft.com/office/drawing/2014/main" id="{668C2C05-EFB7-ADD1-3A6D-810AEC5B87C4}"/>
                </a:ext>
              </a:extLst>
            </p:cNvPr>
            <p:cNvSpPr/>
            <p:nvPr/>
          </p:nvSpPr>
          <p:spPr>
            <a:xfrm>
              <a:off x="678168" y="195183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chemeClr val="bg2">
                <a:lumMod val="75000"/>
              </a:schemeClr>
            </a:solidFill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r>
                <a:rPr sz="600" b="1"/>
                <a:t>SO-101 Arm</a:t>
              </a:r>
            </a:p>
          </p:txBody>
        </p:sp>
        <p:pic>
          <p:nvPicPr>
            <p:cNvPr id="4293" name="Graphic 4292">
              <a:extLst>
                <a:ext uri="{FF2B5EF4-FFF2-40B4-BE49-F238E27FC236}">
                  <a16:creationId xmlns:a16="http://schemas.microsoft.com/office/drawing/2014/main" id="{19DC4FA0-BC12-7168-4B84-D532A21550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684082" y="1994988"/>
              <a:ext cx="445758" cy="445758"/>
            </a:xfrm>
            <a:prstGeom prst="rect">
              <a:avLst/>
            </a:prstGeom>
          </p:spPr>
        </p:pic>
      </p:grpSp>
      <p:cxnSp>
        <p:nvCxnSpPr>
          <p:cNvPr id="4294" name="Straight Connector 192">
            <a:extLst>
              <a:ext uri="{FF2B5EF4-FFF2-40B4-BE49-F238E27FC236}">
                <a16:creationId xmlns:a16="http://schemas.microsoft.com/office/drawing/2014/main" id="{1BE3CB5A-9ECA-AEB2-0BA2-79CDBD595BB4}"/>
              </a:ext>
            </a:extLst>
          </p:cNvPr>
          <p:cNvCxnSpPr>
            <a:cxnSpLocks/>
            <a:stCxn id="4116" idx="1"/>
            <a:endCxn id="4292" idx="2"/>
          </p:cNvCxnSpPr>
          <p:nvPr/>
        </p:nvCxnSpPr>
        <p:spPr>
          <a:xfrm flipV="1">
            <a:off x="6038716" y="3396896"/>
            <a:ext cx="3370" cy="303459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97" name="Group 4296">
            <a:extLst>
              <a:ext uri="{FF2B5EF4-FFF2-40B4-BE49-F238E27FC236}">
                <a16:creationId xmlns:a16="http://schemas.microsoft.com/office/drawing/2014/main" id="{7BA2490C-47C7-D1FD-C093-64C94364D570}"/>
              </a:ext>
            </a:extLst>
          </p:cNvPr>
          <p:cNvGrpSpPr/>
          <p:nvPr/>
        </p:nvGrpSpPr>
        <p:grpSpPr>
          <a:xfrm>
            <a:off x="4979767" y="5745669"/>
            <a:ext cx="477072" cy="599012"/>
            <a:chOff x="678168" y="1951838"/>
            <a:chExt cx="477072" cy="599012"/>
          </a:xfrm>
        </p:grpSpPr>
        <p:sp>
          <p:nvSpPr>
            <p:cNvPr id="4298" name="Rectangle: Rounded Corners 4297">
              <a:extLst>
                <a:ext uri="{FF2B5EF4-FFF2-40B4-BE49-F238E27FC236}">
                  <a16:creationId xmlns:a16="http://schemas.microsoft.com/office/drawing/2014/main" id="{FDA388A1-98F4-4DBB-3F22-283499567D63}"/>
                </a:ext>
              </a:extLst>
            </p:cNvPr>
            <p:cNvSpPr/>
            <p:nvPr/>
          </p:nvSpPr>
          <p:spPr>
            <a:xfrm>
              <a:off x="678168" y="1951838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Storage</a:t>
              </a:r>
            </a:p>
          </p:txBody>
        </p:sp>
        <p:pic>
          <p:nvPicPr>
            <p:cNvPr id="4299" name="Graphic 4298">
              <a:extLst>
                <a:ext uri="{FF2B5EF4-FFF2-40B4-BE49-F238E27FC236}">
                  <a16:creationId xmlns:a16="http://schemas.microsoft.com/office/drawing/2014/main" id="{C0956C67-2617-4444-343D-62156F6DB8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709482" y="1994988"/>
              <a:ext cx="445758" cy="445758"/>
            </a:xfrm>
            <a:prstGeom prst="rect">
              <a:avLst/>
            </a:prstGeom>
          </p:spPr>
        </p:pic>
      </p:grpSp>
      <p:grpSp>
        <p:nvGrpSpPr>
          <p:cNvPr id="4300" name="Group 4299">
            <a:extLst>
              <a:ext uri="{FF2B5EF4-FFF2-40B4-BE49-F238E27FC236}">
                <a16:creationId xmlns:a16="http://schemas.microsoft.com/office/drawing/2014/main" id="{81F4E826-9510-B739-6D7F-63E6C72CED9D}"/>
              </a:ext>
            </a:extLst>
          </p:cNvPr>
          <p:cNvGrpSpPr/>
          <p:nvPr/>
        </p:nvGrpSpPr>
        <p:grpSpPr>
          <a:xfrm>
            <a:off x="5837176" y="4966983"/>
            <a:ext cx="468550" cy="599012"/>
            <a:chOff x="2638262" y="1560864"/>
            <a:chExt cx="468550" cy="599012"/>
          </a:xfrm>
        </p:grpSpPr>
        <p:sp>
          <p:nvSpPr>
            <p:cNvPr id="4301" name="Rectangle: Rounded Corners 4300">
              <a:extLst>
                <a:ext uri="{FF2B5EF4-FFF2-40B4-BE49-F238E27FC236}">
                  <a16:creationId xmlns:a16="http://schemas.microsoft.com/office/drawing/2014/main" id="{DDFD3824-2906-D46F-D486-C8587CC7514A}"/>
                </a:ext>
              </a:extLst>
            </p:cNvPr>
            <p:cNvSpPr/>
            <p:nvPr/>
          </p:nvSpPr>
          <p:spPr>
            <a:xfrm>
              <a:off x="2638262" y="1560864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Keyboard</a:t>
              </a:r>
            </a:p>
          </p:txBody>
        </p:sp>
        <p:pic>
          <p:nvPicPr>
            <p:cNvPr id="4302" name="Graphic 4301">
              <a:extLst>
                <a:ext uri="{FF2B5EF4-FFF2-40B4-BE49-F238E27FC236}">
                  <a16:creationId xmlns:a16="http://schemas.microsoft.com/office/drawing/2014/main" id="{3D3D2186-62A5-D180-AC02-0B1A113DCC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2654336" y="1604014"/>
              <a:ext cx="445758" cy="445758"/>
            </a:xfrm>
            <a:prstGeom prst="rect">
              <a:avLst/>
            </a:prstGeom>
          </p:spPr>
        </p:pic>
      </p:grpSp>
      <p:grpSp>
        <p:nvGrpSpPr>
          <p:cNvPr id="4303" name="Group 4302">
            <a:extLst>
              <a:ext uri="{FF2B5EF4-FFF2-40B4-BE49-F238E27FC236}">
                <a16:creationId xmlns:a16="http://schemas.microsoft.com/office/drawing/2014/main" id="{0DDF0935-F76C-B674-931F-98C4A8F7CEBB}"/>
              </a:ext>
            </a:extLst>
          </p:cNvPr>
          <p:cNvGrpSpPr/>
          <p:nvPr/>
        </p:nvGrpSpPr>
        <p:grpSpPr>
          <a:xfrm>
            <a:off x="4984028" y="4969347"/>
            <a:ext cx="468550" cy="599012"/>
            <a:chOff x="2646772" y="2286976"/>
            <a:chExt cx="468550" cy="599012"/>
          </a:xfrm>
        </p:grpSpPr>
        <p:sp>
          <p:nvSpPr>
            <p:cNvPr id="4304" name="Rectangle: Rounded Corners 4303">
              <a:extLst>
                <a:ext uri="{FF2B5EF4-FFF2-40B4-BE49-F238E27FC236}">
                  <a16:creationId xmlns:a16="http://schemas.microsoft.com/office/drawing/2014/main" id="{B45F7D6B-E935-A585-865F-B5583543D38F}"/>
                </a:ext>
              </a:extLst>
            </p:cNvPr>
            <p:cNvSpPr/>
            <p:nvPr/>
          </p:nvSpPr>
          <p:spPr>
            <a:xfrm>
              <a:off x="2646772" y="2286976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Mouse</a:t>
              </a:r>
            </a:p>
          </p:txBody>
        </p:sp>
        <p:pic>
          <p:nvPicPr>
            <p:cNvPr id="4305" name="Graphic 4304">
              <a:extLst>
                <a:ext uri="{FF2B5EF4-FFF2-40B4-BE49-F238E27FC236}">
                  <a16:creationId xmlns:a16="http://schemas.microsoft.com/office/drawing/2014/main" id="{1C603270-BED6-6C53-8BDB-4C04E87676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2662846" y="2330126"/>
              <a:ext cx="445758" cy="445758"/>
            </a:xfrm>
            <a:prstGeom prst="rect">
              <a:avLst/>
            </a:prstGeom>
          </p:spPr>
        </p:pic>
      </p:grpSp>
      <p:cxnSp>
        <p:nvCxnSpPr>
          <p:cNvPr id="4306" name="Straight Connector 192">
            <a:extLst>
              <a:ext uri="{FF2B5EF4-FFF2-40B4-BE49-F238E27FC236}">
                <a16:creationId xmlns:a16="http://schemas.microsoft.com/office/drawing/2014/main" id="{D4B4A8C3-E8F1-AC91-C748-E66A71510E30}"/>
              </a:ext>
            </a:extLst>
          </p:cNvPr>
          <p:cNvCxnSpPr>
            <a:cxnSpLocks/>
            <a:stCxn id="246" idx="2"/>
            <a:endCxn id="224" idx="3"/>
          </p:cNvCxnSpPr>
          <p:nvPr/>
        </p:nvCxnSpPr>
        <p:spPr>
          <a:xfrm rot="5400000">
            <a:off x="5250213" y="4046580"/>
            <a:ext cx="597568" cy="192838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9" name="Straight Connector 192">
            <a:extLst>
              <a:ext uri="{FF2B5EF4-FFF2-40B4-BE49-F238E27FC236}">
                <a16:creationId xmlns:a16="http://schemas.microsoft.com/office/drawing/2014/main" id="{6AFD29D8-DB6B-7A52-79FE-375AE5432DEE}"/>
              </a:ext>
            </a:extLst>
          </p:cNvPr>
          <p:cNvCxnSpPr>
            <a:cxnSpLocks/>
            <a:stCxn id="246" idx="2"/>
            <a:endCxn id="4304" idx="3"/>
          </p:cNvCxnSpPr>
          <p:nvPr/>
        </p:nvCxnSpPr>
        <p:spPr>
          <a:xfrm rot="5400000">
            <a:off x="4836678" y="4460115"/>
            <a:ext cx="1424638" cy="192838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2" name="Straight Connector 192">
            <a:extLst>
              <a:ext uri="{FF2B5EF4-FFF2-40B4-BE49-F238E27FC236}">
                <a16:creationId xmlns:a16="http://schemas.microsoft.com/office/drawing/2014/main" id="{40C517CA-CA1A-AFD2-3017-48DADACB8B8C}"/>
              </a:ext>
            </a:extLst>
          </p:cNvPr>
          <p:cNvCxnSpPr>
            <a:cxnSpLocks/>
            <a:stCxn id="246" idx="2"/>
            <a:endCxn id="4298" idx="3"/>
          </p:cNvCxnSpPr>
          <p:nvPr/>
        </p:nvCxnSpPr>
        <p:spPr>
          <a:xfrm rot="5400000">
            <a:off x="4446387" y="4846146"/>
            <a:ext cx="2200960" cy="197099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5" name="Straight Connector 192">
            <a:extLst>
              <a:ext uri="{FF2B5EF4-FFF2-40B4-BE49-F238E27FC236}">
                <a16:creationId xmlns:a16="http://schemas.microsoft.com/office/drawing/2014/main" id="{47D24F6A-563B-DDAE-DA7C-D84F647739BF}"/>
              </a:ext>
            </a:extLst>
          </p:cNvPr>
          <p:cNvCxnSpPr>
            <a:cxnSpLocks/>
            <a:stCxn id="246" idx="2"/>
            <a:endCxn id="4301" idx="1"/>
          </p:cNvCxnSpPr>
          <p:nvPr/>
        </p:nvCxnSpPr>
        <p:spPr>
          <a:xfrm rot="16200000" flipH="1">
            <a:off x="5030159" y="4459472"/>
            <a:ext cx="1422274" cy="191760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8" name="Straight Connector 192">
            <a:extLst>
              <a:ext uri="{FF2B5EF4-FFF2-40B4-BE49-F238E27FC236}">
                <a16:creationId xmlns:a16="http://schemas.microsoft.com/office/drawing/2014/main" id="{EBAF39D2-8EF7-83E2-C6FD-C3ACC5780D79}"/>
              </a:ext>
            </a:extLst>
          </p:cNvPr>
          <p:cNvCxnSpPr>
            <a:cxnSpLocks/>
            <a:stCxn id="246" idx="2"/>
            <a:endCxn id="230" idx="1"/>
          </p:cNvCxnSpPr>
          <p:nvPr/>
        </p:nvCxnSpPr>
        <p:spPr>
          <a:xfrm rot="16200000" flipH="1">
            <a:off x="5443134" y="4046497"/>
            <a:ext cx="597568" cy="193004"/>
          </a:xfrm>
          <a:prstGeom prst="bentConnector2">
            <a:avLst/>
          </a:prstGeom>
          <a:ln w="12700" cmpd="sng">
            <a:solidFill>
              <a:schemeClr val="tx1"/>
            </a:solidFill>
            <a:prstDash val="solid"/>
            <a:headEnd type="none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21" name="Group 4320">
            <a:extLst>
              <a:ext uri="{FF2B5EF4-FFF2-40B4-BE49-F238E27FC236}">
                <a16:creationId xmlns:a16="http://schemas.microsoft.com/office/drawing/2014/main" id="{638678E1-BA8F-9986-26B8-DEEB1B08B078}"/>
              </a:ext>
            </a:extLst>
          </p:cNvPr>
          <p:cNvGrpSpPr/>
          <p:nvPr/>
        </p:nvGrpSpPr>
        <p:grpSpPr>
          <a:xfrm>
            <a:off x="4985348" y="1992988"/>
            <a:ext cx="468550" cy="599012"/>
            <a:chOff x="3305645" y="1567565"/>
            <a:chExt cx="468550" cy="599012"/>
          </a:xfrm>
        </p:grpSpPr>
        <p:sp>
          <p:nvSpPr>
            <p:cNvPr id="4322" name="Rectangle: Rounded Corners 4321">
              <a:extLst>
                <a:ext uri="{FF2B5EF4-FFF2-40B4-BE49-F238E27FC236}">
                  <a16:creationId xmlns:a16="http://schemas.microsoft.com/office/drawing/2014/main" id="{DCB0C1D9-1C60-695A-DFFA-58C08DDC4CB2}"/>
                </a:ext>
              </a:extLst>
            </p:cNvPr>
            <p:cNvSpPr/>
            <p:nvPr/>
          </p:nvSpPr>
          <p:spPr>
            <a:xfrm>
              <a:off x="3305645" y="1567565"/>
              <a:ext cx="468550" cy="599012"/>
            </a:xfrm>
            <a:prstGeom prst="roundRect">
              <a:avLst>
                <a:gd name="adj" fmla="val 8394"/>
              </a:avLst>
            </a:prstGeom>
            <a:solidFill>
              <a:srgbClr val="E9ECEF"/>
            </a:solidFill>
            <a:ln w="12700" cmpd="sng">
              <a:solidFill>
                <a:srgbClr val="E9EC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b">
              <a:noAutofit/>
            </a:bodyPr>
            <a:lstStyle/>
            <a:p>
              <a:pPr algn="ctr"/>
              <a:r>
                <a:rPr lang="en-US" sz="800" b="0">
                  <a:solidFill>
                    <a:srgbClr val="A0A6AD"/>
                  </a:solidFill>
                </a:rPr>
                <a:t>Headset</a:t>
              </a:r>
            </a:p>
          </p:txBody>
        </p:sp>
        <p:pic>
          <p:nvPicPr>
            <p:cNvPr id="4323" name="Graphic 26">
              <a:extLst>
                <a:ext uri="{FF2B5EF4-FFF2-40B4-BE49-F238E27FC236}">
                  <a16:creationId xmlns:a16="http://schemas.microsoft.com/office/drawing/2014/main" id="{BD6BD5E1-0144-0879-7370-3557FB4C6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21719" y="1610715"/>
              <a:ext cx="445758" cy="445758"/>
            </a:xfrm>
            <a:prstGeom prst="rect">
              <a:avLst/>
            </a:prstGeom>
          </p:spPr>
        </p:pic>
      </p:grpSp>
      <p:cxnSp>
        <p:nvCxnSpPr>
          <p:cNvPr id="4324" name="Straight Connector 192">
            <a:extLst>
              <a:ext uri="{FF2B5EF4-FFF2-40B4-BE49-F238E27FC236}">
                <a16:creationId xmlns:a16="http://schemas.microsoft.com/office/drawing/2014/main" id="{6863B5CD-A7B7-32B0-6927-E6D3497C290E}"/>
              </a:ext>
            </a:extLst>
          </p:cNvPr>
          <p:cNvCxnSpPr>
            <a:cxnSpLocks/>
            <a:stCxn id="4323" idx="3"/>
            <a:endCxn id="159" idx="1"/>
          </p:cNvCxnSpPr>
          <p:nvPr/>
        </p:nvCxnSpPr>
        <p:spPr>
          <a:xfrm>
            <a:off x="5447180" y="2259017"/>
            <a:ext cx="1281280" cy="432208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arrow" w="sm" len="sm"/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2" name="Rectangle: Rounded Corners 4331">
            <a:extLst>
              <a:ext uri="{FF2B5EF4-FFF2-40B4-BE49-F238E27FC236}">
                <a16:creationId xmlns:a16="http://schemas.microsoft.com/office/drawing/2014/main" id="{4384DD60-CEA2-A602-D7B2-81B6DED072AF}"/>
              </a:ext>
            </a:extLst>
          </p:cNvPr>
          <p:cNvSpPr/>
          <p:nvPr/>
        </p:nvSpPr>
        <p:spPr>
          <a:xfrm>
            <a:off x="10766185" y="3116795"/>
            <a:ext cx="1060957" cy="531615"/>
          </a:xfrm>
          <a:prstGeom prst="roundRect">
            <a:avLst>
              <a:gd name="adj" fmla="val 8394"/>
            </a:avLst>
          </a:prstGeom>
          <a:solidFill>
            <a:srgbClr val="FFF3F3"/>
          </a:solidFill>
          <a:ln w="12700" cmpd="sng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Autofit/>
          </a:bodyPr>
          <a:lstStyle/>
          <a:p>
            <a:r>
              <a:rPr sz="700" b="1">
                <a:solidFill>
                  <a:srgbClr val="C02B2B"/>
                </a:solidFill>
              </a:rPr>
              <a:t>⚠ E-stop = cut 12 V servo rail. Board power-off does NOT stop the arm.</a:t>
            </a:r>
          </a:p>
        </p:txBody>
      </p:sp>
    </p:spTree>
    <p:extLst>
      <p:ext uri="{BB962C8B-B14F-4D97-AF65-F5344CB8AC3E}">
        <p14:creationId xmlns:p14="http://schemas.microsoft.com/office/powerpoint/2010/main" val="91148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158</Words>
  <Application>Microsoft Office PowerPoint</Application>
  <PresentationFormat>Widescreen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Qualcomm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Khanh Le (QTL)</dc:creator>
  <cp:lastModifiedBy>Khanh Le (QTL)</cp:lastModifiedBy>
  <cp:revision>13</cp:revision>
  <dcterms:created xsi:type="dcterms:W3CDTF">2026-08-12T06:33:56Z</dcterms:created>
  <dcterms:modified xsi:type="dcterms:W3CDTF">2026-08-12T06:49:10Z</dcterms:modified>
</cp:coreProperties>
</file>